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3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30" r:id="rId5"/>
    <p:sldMasterId id="2147483813" r:id="rId6"/>
    <p:sldMasterId id="2147483861" r:id="rId7"/>
  </p:sldMasterIdLst>
  <p:notesMasterIdLst>
    <p:notesMasterId r:id="rId10"/>
  </p:notesMasterIdLst>
  <p:handoutMasterIdLst>
    <p:handoutMasterId r:id="rId11"/>
  </p:handoutMasterIdLst>
  <p:sldIdLst>
    <p:sldId id="2147480791" r:id="rId8"/>
    <p:sldId id="2147480790" r:id="rId9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294323F-8D01-4409-89C1-3B398C984D58}">
          <p14:sldIdLst>
            <p14:sldId id="2147480791"/>
            <p14:sldId id="2147480790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3064">
          <p15:clr>
            <a:srgbClr val="A4A3A4"/>
          </p15:clr>
        </p15:guide>
        <p15:guide id="1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8320"/>
    <a:srgbClr val="FDB913"/>
    <a:srgbClr val="3A863E"/>
    <a:srgbClr val="4273B8"/>
    <a:srgbClr val="2E74BE"/>
    <a:srgbClr val="41C363"/>
    <a:srgbClr val="5F6369"/>
    <a:srgbClr val="7DCE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3" autoAdjust="0"/>
    <p:restoredTop sz="95226" autoAdjust="0"/>
  </p:normalViewPr>
  <p:slideViewPr>
    <p:cSldViewPr snapToGrid="0" showGuides="1">
      <p:cViewPr varScale="1">
        <p:scale>
          <a:sx n="142" d="100"/>
          <a:sy n="142" d="100"/>
        </p:scale>
        <p:origin x="744" y="120"/>
      </p:cViewPr>
      <p:guideLst>
        <p:guide orient="horz" pos="3064"/>
        <p:guide pos="5472"/>
      </p:guideLst>
    </p:cSldViewPr>
  </p:slideViewPr>
  <p:outlineViewPr>
    <p:cViewPr>
      <p:scale>
        <a:sx n="33" d="100"/>
        <a:sy n="33" d="100"/>
      </p:scale>
      <p:origin x="0" y="-1535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582"/>
    </p:cViewPr>
  </p:sorterViewPr>
  <p:notesViewPr>
    <p:cSldViewPr snapToGrid="0">
      <p:cViewPr varScale="1">
        <p:scale>
          <a:sx n="99" d="100"/>
          <a:sy n="99" d="100"/>
        </p:scale>
        <p:origin x="128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077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04C38B3-6D01-485C-BB3B-7B7EB9F871A8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504FB8E-87F6-4D2D-9C11-6827051D08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6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72399" cy="4090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FF4117-D398-20A0-7943-EF47129C74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4410651"/>
            <a:ext cx="9144000" cy="438912"/>
          </a:xfrm>
          <a:solidFill>
            <a:schemeClr val="tx1"/>
          </a:solidFill>
        </p:spPr>
        <p:txBody>
          <a:bodyPr anchor="ctr"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8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2/3 Bleed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38745"/>
            <a:ext cx="9144000" cy="3404754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0" y="975360"/>
            <a:ext cx="7842155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292608"/>
            <a:ext cx="6826471" cy="4197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613BC77-3210-B9BA-C4F1-001EDD54AC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378517"/>
            <a:ext cx="4114800" cy="156523"/>
          </a:xfrm>
        </p:spPr>
        <p:txBody>
          <a:bodyPr anchor="b"/>
          <a:lstStyle>
            <a:lvl1pPr indent="0">
              <a:defRPr sz="1000" b="0">
                <a:solidFill>
                  <a:schemeClr val="tx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MM.DD.YYYY  |  Presenter’s Name, Title (optional)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07E305-C366-22D6-63B7-8D685681CB9F}"/>
              </a:ext>
            </a:extLst>
          </p:cNvPr>
          <p:cNvCxnSpPr>
            <a:cxnSpLocks/>
          </p:cNvCxnSpPr>
          <p:nvPr userDrawn="1"/>
        </p:nvCxnSpPr>
        <p:spPr>
          <a:xfrm>
            <a:off x="457199" y="699391"/>
            <a:ext cx="691134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59C0E3B7-E49C-7FB2-4CD4-9997373851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52944" y="73152"/>
            <a:ext cx="163449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9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- Full Bleed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1" y="4012157"/>
            <a:ext cx="6992576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FDA2D4-B04F-4043-AA72-85D5593FAC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4374647"/>
            <a:ext cx="4114800" cy="431273"/>
          </a:xfrm>
        </p:spPr>
        <p:txBody>
          <a:bodyPr anchor="b"/>
          <a:lstStyle>
            <a:lvl1pPr indent="0" algn="r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bg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algn="r"/>
            <a: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  <a:t>XX.XX.XXXX</a:t>
            </a:r>
            <a:b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  <a:t>Presenter Name,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3504323"/>
            <a:ext cx="6988630" cy="4246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1-line headline</a:t>
            </a:r>
          </a:p>
        </p:txBody>
      </p:sp>
    </p:spTree>
    <p:extLst>
      <p:ext uri="{BB962C8B-B14F-4D97-AF65-F5344CB8AC3E}">
        <p14:creationId xmlns:p14="http://schemas.microsoft.com/office/powerpoint/2010/main" val="1797998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2/3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38745"/>
            <a:ext cx="9144000" cy="3404754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0" y="969264"/>
            <a:ext cx="7842155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6964880" cy="40906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613BC77-3210-B9BA-C4F1-001EDD54AC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378517"/>
            <a:ext cx="4114800" cy="156523"/>
          </a:xfrm>
        </p:spPr>
        <p:txBody>
          <a:bodyPr anchor="b"/>
          <a:lstStyle>
            <a:lvl1pPr indent="0">
              <a:defRPr sz="1000" b="0">
                <a:solidFill>
                  <a:schemeClr val="tx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MM.DD.YYYY  |  Presenter’s Name, Title (optional)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576425-608C-E83A-A1D2-25CD59EE30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5" t="16604" r="12883" b="16939"/>
          <a:stretch/>
        </p:blipFill>
        <p:spPr>
          <a:xfrm>
            <a:off x="0" y="1725282"/>
            <a:ext cx="9144000" cy="341821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AF2498E-2511-30A1-BFD6-85BBBE6A60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944" y="76241"/>
            <a:ext cx="1634490" cy="5943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E899ED-3C78-4EB4-75CD-856285ABD35E}"/>
              </a:ext>
            </a:extLst>
          </p:cNvPr>
          <p:cNvCxnSpPr>
            <a:cxnSpLocks/>
          </p:cNvCxnSpPr>
          <p:nvPr userDrawn="1"/>
        </p:nvCxnSpPr>
        <p:spPr>
          <a:xfrm>
            <a:off x="457199" y="699391"/>
            <a:ext cx="703887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70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Full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40C4FC-AB0C-8242-61A1-4A0622145A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5" r="1288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1" y="963168"/>
            <a:ext cx="6992576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7015656" cy="40906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C2E9137-BA71-197B-767B-0BCAE8E89B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771" y="1504950"/>
            <a:ext cx="3115095" cy="3497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XX.XX.XXXX    |    Presenter Name,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8B1D3A-BD32-58CA-FF27-AD1E93CC77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52944" y="73152"/>
            <a:ext cx="1634490" cy="5943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637309-24D2-2803-FB8D-79BF78955F86}"/>
              </a:ext>
            </a:extLst>
          </p:cNvPr>
          <p:cNvCxnSpPr>
            <a:cxnSpLocks/>
          </p:cNvCxnSpPr>
          <p:nvPr userDrawn="1"/>
        </p:nvCxnSpPr>
        <p:spPr>
          <a:xfrm>
            <a:off x="457199" y="699391"/>
            <a:ext cx="703887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99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9"/>
            <a:ext cx="7730836" cy="42075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CB77-5474-46A4-AA4C-09773CDF4E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399"/>
            <a:ext cx="8229600" cy="335584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725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Line Title w/do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08E287A-0A34-BE98-A6D0-CA490BAC973A}"/>
              </a:ext>
            </a:extLst>
          </p:cNvPr>
          <p:cNvGrpSpPr/>
          <p:nvPr userDrawn="1"/>
        </p:nvGrpSpPr>
        <p:grpSpPr>
          <a:xfrm>
            <a:off x="0" y="4400550"/>
            <a:ext cx="9144000" cy="742950"/>
            <a:chOff x="0" y="4400550"/>
            <a:chExt cx="9144000" cy="742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0C6EE4F-1208-11E3-F6C8-04461CF6787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35" t="61573" r="399" b="31058"/>
            <a:stretch/>
          </p:blipFill>
          <p:spPr>
            <a:xfrm flipH="1">
              <a:off x="0" y="4548249"/>
              <a:ext cx="9144000" cy="538563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A1A02E5-05FD-BADF-48E9-9B2A1D457ADA}"/>
                </a:ext>
              </a:extLst>
            </p:cNvPr>
            <p:cNvSpPr/>
            <p:nvPr userDrawn="1"/>
          </p:nvSpPr>
          <p:spPr>
            <a:xfrm>
              <a:off x="0" y="4400550"/>
              <a:ext cx="5250656" cy="74295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CB77-5474-46A4-AA4C-09773CDF4E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399"/>
            <a:ext cx="8229600" cy="335584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71450" indent="-171450">
              <a:buFont typeface="Wingdings" pitchFamily="2" charset="2"/>
              <a:buChar char="§"/>
              <a:tabLst/>
              <a:defRPr/>
            </a:lvl2pPr>
            <a:lvl3pPr marL="519113" indent="-176213">
              <a:buFont typeface="Wingdings" pitchFamily="2" charset="2"/>
              <a:buChar char="§"/>
              <a:defRPr/>
            </a:lvl3pPr>
            <a:lvl4pPr marL="1031875" indent="-171450">
              <a:buFont typeface="Wingdings" pitchFamily="2" charset="2"/>
              <a:buChar char="§"/>
              <a:defRPr/>
            </a:lvl4pPr>
            <a:lvl5pPr marL="1316038" indent="-173038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8D6998-6817-69B6-E817-599ED5784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30836" cy="41015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</p:spTree>
    <p:extLst>
      <p:ext uri="{BB962C8B-B14F-4D97-AF65-F5344CB8AC3E}">
        <p14:creationId xmlns:p14="http://schemas.microsoft.com/office/powerpoint/2010/main" val="1550739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Line Title w/ Plus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D66ABAA-DEA3-2E9A-2204-C9A1CC8E32FA}"/>
              </a:ext>
            </a:extLst>
          </p:cNvPr>
          <p:cNvGrpSpPr/>
          <p:nvPr userDrawn="1"/>
        </p:nvGrpSpPr>
        <p:grpSpPr>
          <a:xfrm>
            <a:off x="-1" y="4400550"/>
            <a:ext cx="9144000" cy="742950"/>
            <a:chOff x="-1" y="4400550"/>
            <a:chExt cx="9144000" cy="74295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0DBF20A-8602-3B73-E077-67577AF57A4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" t="53738" r="576" b="33396"/>
            <a:stretch/>
          </p:blipFill>
          <p:spPr>
            <a:xfrm flipH="1">
              <a:off x="-1" y="4471852"/>
              <a:ext cx="9144000" cy="67164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DD4A00A-B4FB-7BFE-E595-75842C344A01}"/>
                </a:ext>
              </a:extLst>
            </p:cNvPr>
            <p:cNvSpPr/>
            <p:nvPr userDrawn="1"/>
          </p:nvSpPr>
          <p:spPr>
            <a:xfrm>
              <a:off x="0" y="4400550"/>
              <a:ext cx="5250656" cy="74295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17899" cy="41529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400"/>
            <a:ext cx="8229600" cy="335584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3570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Line Title w/Slas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B22428C-ED4B-CC48-12D8-1D9ABF1DFFF1}"/>
              </a:ext>
            </a:extLst>
          </p:cNvPr>
          <p:cNvGrpSpPr/>
          <p:nvPr userDrawn="1"/>
        </p:nvGrpSpPr>
        <p:grpSpPr>
          <a:xfrm>
            <a:off x="0" y="4307681"/>
            <a:ext cx="9144000" cy="835819"/>
            <a:chOff x="0" y="4307681"/>
            <a:chExt cx="9144000" cy="83581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FB94B1-BAB2-B06B-3BE5-16FDE1F168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35" b="42635"/>
            <a:stretch/>
          </p:blipFill>
          <p:spPr>
            <a:xfrm rot="10800000">
              <a:off x="0" y="4385883"/>
              <a:ext cx="9144000" cy="757617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58DCE92-B151-DF70-5FF2-A3AC291F733B}"/>
                </a:ext>
              </a:extLst>
            </p:cNvPr>
            <p:cNvSpPr/>
            <p:nvPr userDrawn="1"/>
          </p:nvSpPr>
          <p:spPr>
            <a:xfrm>
              <a:off x="0" y="4307681"/>
              <a:ext cx="5250656" cy="8358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17899" cy="41529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CB77-5474-46A4-AA4C-09773CDF4E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399"/>
            <a:ext cx="8229600" cy="335584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1B3C5E-97D1-60EF-5946-669C273ECCFF}"/>
              </a:ext>
            </a:extLst>
          </p:cNvPr>
          <p:cNvCxnSpPr/>
          <p:nvPr userDrawn="1"/>
        </p:nvCxnSpPr>
        <p:spPr>
          <a:xfrm>
            <a:off x="457199" y="699391"/>
            <a:ext cx="759714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955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1 Line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585BF-4B61-4EE1-92FA-F2225AC3BE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913737"/>
            <a:ext cx="8229600" cy="3355848"/>
          </a:xfrm>
        </p:spPr>
        <p:txBody>
          <a:bodyPr/>
          <a:lstStyle>
            <a:lvl1pPr marL="234950" indent="-23495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1175" indent="-222250">
              <a:spcBef>
                <a:spcPts val="500"/>
              </a:spcBef>
              <a:buSzPct val="75000"/>
              <a:buFont typeface="Wingdings" pitchFamily="2" charset="2"/>
              <a:buChar char="§"/>
              <a:defRPr sz="1200"/>
            </a:lvl2pPr>
            <a:lvl3pPr marL="914400" indent="-171450">
              <a:buFont typeface="Wingdings" panose="05000000000000000000" pitchFamily="2" charset="2"/>
              <a:buChar char="§"/>
              <a:defRPr sz="1200"/>
            </a:lvl3pPr>
            <a:lvl4pPr marL="1430338" indent="-168275">
              <a:defRPr/>
            </a:lvl4pPr>
            <a:lvl5pPr marL="1770063" indent="-174625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588AE-F46F-86B4-14C7-865E3AC8C7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30836" cy="41015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</p:spTree>
    <p:extLst>
      <p:ext uri="{BB962C8B-B14F-4D97-AF65-F5344CB8AC3E}">
        <p14:creationId xmlns:p14="http://schemas.microsoft.com/office/powerpoint/2010/main" val="89110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8"/>
            <a:ext cx="7723954" cy="41529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199" y="988942"/>
            <a:ext cx="8229600" cy="3355848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7553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11844" cy="41529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483993-8C30-7E74-29A9-7BC8AEA29D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914400"/>
            <a:ext cx="8229600" cy="3357562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824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: CV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0692"/>
            <a:ext cx="7717899" cy="41098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199" y="988942"/>
            <a:ext cx="8229600" cy="3355848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1590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B - 1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607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AFAF6-EE27-42A5-B302-F3A3F01FC7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7699733" cy="413278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F05014A-03C9-E76E-8376-1E6CC7DE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97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81953"/>
            <a:ext cx="9144000" cy="345355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45F2707-67E0-4A9E-B3CF-50E8F272A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C21A955-B828-4C40-1E5C-7A93D20C4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7681466" cy="4175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3AD40BD-E3D6-D141-DB4D-81F97EE504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865298"/>
            <a:ext cx="7847551" cy="24968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  <a:lvl2pPr>
              <a:defRPr sz="1400">
                <a:solidFill>
                  <a:schemeClr val="tx1"/>
                </a:solidFill>
                <a:latin typeface="+mn-lt"/>
              </a:defRPr>
            </a:lvl2pPr>
            <a:lvl3pPr>
              <a:defRPr sz="14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9732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71600"/>
            <a:ext cx="9144000" cy="37719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666A99-6C2B-917C-949C-A90715AA6C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8"/>
            <a:ext cx="7651154" cy="4175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B681329-159C-2885-FA75-4E679FFE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D0F176D-0F6F-F0DF-E02E-425DB67BE0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865298"/>
            <a:ext cx="7847551" cy="24968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  <a:lvl2pPr>
              <a:defRPr sz="1400">
                <a:solidFill>
                  <a:schemeClr val="tx1"/>
                </a:solidFill>
                <a:latin typeface="+mn-lt"/>
              </a:defRPr>
            </a:lvl2pPr>
            <a:lvl3pPr>
              <a:defRPr sz="14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80270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2315557"/>
            <a:ext cx="6826471" cy="4197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quote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FE780BA-C4E0-81F2-6073-0E659D10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90888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900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635998" cy="417591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600" spc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5B6FEA-0F24-4E57-986A-DF7D1B02FC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14400"/>
            <a:ext cx="7863721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6889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472" userDrawn="1">
          <p15:clr>
            <a:srgbClr val="FBAE40"/>
          </p15:clr>
        </p15:guide>
        <p15:guide id="3" pos="28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429205-19AE-4A97-87B8-66B78E2E92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666310" cy="4090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B90945-7AED-4112-B6D1-26508B7199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400"/>
            <a:ext cx="3840480" cy="3357562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87BCB-45ED-4D39-87FE-DE0B5DB3E64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843464" y="914400"/>
            <a:ext cx="3840480" cy="3357562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18124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- Text +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4642792" y="0"/>
            <a:ext cx="4501207" cy="51435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82B9EDD-F1CF-4345-9489-2A6B70128D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1513"/>
            <a:ext cx="3840480" cy="313383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9961A5BB-488E-ADA4-2317-94394FF57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3856009" cy="3946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3413E4-E2D8-A03C-CFE3-34BD3AA906B3}"/>
              </a:ext>
            </a:extLst>
          </p:cNvPr>
          <p:cNvCxnSpPr>
            <a:cxnSpLocks/>
          </p:cNvCxnSpPr>
          <p:nvPr userDrawn="1"/>
        </p:nvCxnSpPr>
        <p:spPr>
          <a:xfrm>
            <a:off x="457199" y="699391"/>
            <a:ext cx="393192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552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- Image + Text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6B00C78-699C-7F9D-B72B-3C95CDF7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B768B-DAA3-DBA7-8FF7-3D69D676BFA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62144" y="911513"/>
            <a:ext cx="3724656" cy="313383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4E5CB5-6CF2-3ED7-DF3B-8C0C8B5B8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2145" y="292608"/>
            <a:ext cx="3724656" cy="3946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2D2FD3-6A61-34BD-8710-812E84D06CD5}"/>
              </a:ext>
            </a:extLst>
          </p:cNvPr>
          <p:cNvCxnSpPr>
            <a:cxnSpLocks/>
          </p:cNvCxnSpPr>
          <p:nvPr userDrawn="1"/>
        </p:nvCxnSpPr>
        <p:spPr>
          <a:xfrm>
            <a:off x="4914337" y="699391"/>
            <a:ext cx="393192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5131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F206161-A30C-456D-A0C0-A2152F3EEA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199" y="914400"/>
            <a:ext cx="7841412" cy="1522107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1EFA24-D132-7D01-0940-74981A9686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292608"/>
            <a:ext cx="7687623" cy="40906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28A8A-FF52-9961-349F-51DDB0BC4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A0170D-091A-7F59-952F-3F6E190917ED}"/>
              </a:ext>
            </a:extLst>
          </p:cNvPr>
          <p:cNvCxnSpPr>
            <a:cxnSpLocks/>
          </p:cNvCxnSpPr>
          <p:nvPr userDrawn="1"/>
        </p:nvCxnSpPr>
        <p:spPr>
          <a:xfrm>
            <a:off x="457199" y="699391"/>
            <a:ext cx="821944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F7D0ECA0-899D-6140-2FD1-C867F335D8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744" y="91440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266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3A375-8031-8133-6246-EEB51F1599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AB1C651-175E-364F-B1CD-368AAC546691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bg1">
                  <a:alpha val="69992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02CC47-1F21-A46D-D0AC-5452854B93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744" y="91440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45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FC017-21A8-0A31-0771-FE82055690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tx1">
                  <a:alpha val="60000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59BFB02-F9FE-D48D-E80E-B0AC7750F8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6126" y="90454"/>
            <a:ext cx="930402" cy="3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114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5CCDD1-1D46-AE6F-578F-F2D645CD20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635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1F7F6F-A052-090E-367A-B5CAB5A55E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046" y="91285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614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 Slide -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3A375-8031-8133-6246-EEB51F1599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AB1C651-175E-364F-B1CD-368AAC546691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bg1">
                  <a:alpha val="69992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0433F2-6914-BF18-B40A-6F5DF132F514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2">
            <a:extLst>
              <a:ext uri="{FF2B5EF4-FFF2-40B4-BE49-F238E27FC236}">
                <a16:creationId xmlns:a16="http://schemas.microsoft.com/office/drawing/2014/main" id="{CD16C99F-7B3B-E270-0B8E-15E1EB87A30A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12D126-010E-6B1D-4220-ECE08B936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046" y="91285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152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 Slide - 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FC017-21A8-0A31-0771-FE82055690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tx1">
                  <a:alpha val="60000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59BFB02-F9FE-D48D-E80E-B0AC7750F8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6126" y="90454"/>
            <a:ext cx="930402" cy="33832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601273-1E03-B2E0-8D6F-C6732C24B6C8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2">
            <a:extLst>
              <a:ext uri="{FF2B5EF4-FFF2-40B4-BE49-F238E27FC236}">
                <a16:creationId xmlns:a16="http://schemas.microsoft.com/office/drawing/2014/main" id="{77C142CB-7350-F386-E2F0-0C69E9111D5E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3257710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5CCDD1-1D46-AE6F-578F-F2D645CD20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635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1F7F6F-A052-090E-367A-B5CAB5A55E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046" y="91285"/>
            <a:ext cx="933424" cy="33942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8810EB-3D75-D21E-81F2-52B2D398F145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2">
            <a:extLst>
              <a:ext uri="{FF2B5EF4-FFF2-40B4-BE49-F238E27FC236}">
                <a16:creationId xmlns:a16="http://schemas.microsoft.com/office/drawing/2014/main" id="{02135B0B-C832-312D-562E-9FEABC439ABB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0627435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-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3A375-8031-8133-6246-EEB51F1599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AB1C651-175E-364F-B1CD-368AAC546691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bg1">
                  <a:alpha val="69992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9699750-BF2F-593B-08CA-B0703863FA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046" y="84935"/>
            <a:ext cx="933424" cy="33942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0433F2-6914-BF18-B40A-6F5DF132F514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2">
            <a:extLst>
              <a:ext uri="{FF2B5EF4-FFF2-40B4-BE49-F238E27FC236}">
                <a16:creationId xmlns:a16="http://schemas.microsoft.com/office/drawing/2014/main" id="{CD16C99F-7B3B-E270-0B8E-15E1EB87A30A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pPr marL="0" indent="0">
              <a:tabLst>
                <a:tab pos="2111375" algn="l"/>
              </a:tabLst>
            </a:pP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21954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- 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FC017-21A8-0A31-0771-FE82055690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tx1">
                  <a:alpha val="60000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59BFB02-F9FE-D48D-E80E-B0AC7750F8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6126" y="90454"/>
            <a:ext cx="930402" cy="33832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601273-1E03-B2E0-8D6F-C6732C24B6C8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2">
            <a:extLst>
              <a:ext uri="{FF2B5EF4-FFF2-40B4-BE49-F238E27FC236}">
                <a16:creationId xmlns:a16="http://schemas.microsoft.com/office/drawing/2014/main" id="{77C142CB-7350-F386-E2F0-0C69E9111D5E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998907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5CCDD1-1D46-AE6F-578F-F2D645CD20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635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1F7F6F-A052-090E-367A-B5CAB5A55E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046" y="91285"/>
            <a:ext cx="933424" cy="33942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8810EB-3D75-D21E-81F2-52B2D398F145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2">
            <a:extLst>
              <a:ext uri="{FF2B5EF4-FFF2-40B4-BE49-F238E27FC236}">
                <a16:creationId xmlns:a16="http://schemas.microsoft.com/office/drawing/2014/main" id="{02135B0B-C832-312D-562E-9FEABC439ABB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639176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804B4CE-947B-BB42-BF8F-CA633BB92A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9817" y="2080387"/>
            <a:ext cx="3944366" cy="98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353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 Section Inf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861AEF07-A214-EE40-ACEC-917DF182E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37" y="1977381"/>
            <a:ext cx="8187526" cy="78483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23F1FA4F-2918-C347-8B19-B811C49073BF}"/>
              </a:ext>
            </a:extLst>
          </p:cNvPr>
          <p:cNvSpPr txBox="1">
            <a:spLocks/>
          </p:cNvSpPr>
          <p:nvPr userDrawn="1"/>
        </p:nvSpPr>
        <p:spPr>
          <a:xfrm>
            <a:off x="420180" y="3699906"/>
            <a:ext cx="8187526" cy="2092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000" kern="1200" spc="80" baseline="0">
                <a:solidFill>
                  <a:schemeClr val="tx1"/>
                </a:solidFill>
                <a:latin typeface="Bahnschrift SemiBold Condensed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ATTENTION: DO NOT USE THIS YELLOW SLIDE IN YOUR PRESENTATIONS.</a:t>
            </a:r>
            <a:b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(FOR SECTION ORGANIZATION ONLY)</a:t>
            </a:r>
          </a:p>
        </p:txBody>
      </p:sp>
    </p:spTree>
    <p:extLst>
      <p:ext uri="{BB962C8B-B14F-4D97-AF65-F5344CB8AC3E}">
        <p14:creationId xmlns:p14="http://schemas.microsoft.com/office/powerpoint/2010/main" val="31182537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2/3 Image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38745"/>
            <a:ext cx="9144000" cy="3404754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0" y="1151649"/>
            <a:ext cx="7842155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6964880" cy="3575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613BC77-3210-B9BA-C4F1-001EDD54AC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477371"/>
            <a:ext cx="4114800" cy="156523"/>
          </a:xfrm>
        </p:spPr>
        <p:txBody>
          <a:bodyPr anchor="b"/>
          <a:lstStyle>
            <a:lvl1pPr indent="0">
              <a:defRPr sz="1000" b="0">
                <a:solidFill>
                  <a:schemeClr val="tx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MM.DD.YYYY  |  Presenter’s Name, Title (optional)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576425-608C-E83A-A1D2-25CD59EE30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5" t="16604" r="12883" b="16939"/>
          <a:stretch/>
        </p:blipFill>
        <p:spPr>
          <a:xfrm>
            <a:off x="0" y="1725282"/>
            <a:ext cx="9144000" cy="341821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AF2498E-2511-30A1-BFD6-85BBBE6A60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7955" y="76241"/>
            <a:ext cx="1634490" cy="5943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C4E3FF-1378-00F4-22E4-0AD3EBF9CE41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10962"/>
            <a:ext cx="6961798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0273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Full Image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40C4FC-AB0C-8242-61A1-4A0622145A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5" r="1288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24AD74D-C251-3B01-72BD-200F342D41BA}"/>
              </a:ext>
            </a:extLst>
          </p:cNvPr>
          <p:cNvSpPr/>
          <p:nvPr userDrawn="1"/>
        </p:nvSpPr>
        <p:spPr>
          <a:xfrm>
            <a:off x="0" y="1"/>
            <a:ext cx="9144000" cy="3237078"/>
          </a:xfrm>
          <a:prstGeom prst="rect">
            <a:avLst/>
          </a:prstGeom>
          <a:gradFill>
            <a:gsLst>
              <a:gs pos="0">
                <a:schemeClr val="tx1">
                  <a:alpha val="72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1" y="1161535"/>
            <a:ext cx="6992576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7015656" cy="39050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C2E9137-BA71-197B-767B-0BCAE8E89B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771" y="1504950"/>
            <a:ext cx="3115095" cy="3497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XX.XX.XXXX    |    Presenter Name,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8B1D3A-BD32-58CA-FF27-AD1E93CC77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57955" y="76241"/>
            <a:ext cx="1634490" cy="5943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FA6DFF-3B6C-100A-F59E-ECC91068B573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10962"/>
            <a:ext cx="6961798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7232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- 2/3 Bleed Image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38745"/>
            <a:ext cx="9144000" cy="3404754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0" y="1186248"/>
            <a:ext cx="7842155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292608"/>
            <a:ext cx="6826471" cy="72410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613BC77-3210-B9BA-C4F1-001EDD54AC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477371"/>
            <a:ext cx="4114800" cy="156523"/>
          </a:xfrm>
        </p:spPr>
        <p:txBody>
          <a:bodyPr anchor="b"/>
          <a:lstStyle>
            <a:lvl1pPr indent="0">
              <a:defRPr sz="1000" b="0">
                <a:solidFill>
                  <a:schemeClr val="tx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MM.DD.YYYY  |  Presenter’s Name, Title (optional)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9C0E3B7-E49C-7FB2-4CD4-9997373851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57955" y="76241"/>
            <a:ext cx="1634490" cy="5943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6C39C7-D4B3-C298-2615-9215517F3B81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10962"/>
            <a:ext cx="6961798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6756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 - Full Bleed Image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1" y="4012157"/>
            <a:ext cx="6992576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FDA2D4-B04F-4043-AA72-85D5593FAC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4374647"/>
            <a:ext cx="4114800" cy="431273"/>
          </a:xfrm>
        </p:spPr>
        <p:txBody>
          <a:bodyPr anchor="b"/>
          <a:lstStyle>
            <a:lvl1pPr indent="0" algn="r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bg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algn="r"/>
            <a: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  <a:t>XX.XX.XXXX</a:t>
            </a:r>
            <a:b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  <a:t>Presenter Name,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3504323"/>
            <a:ext cx="6988630" cy="4246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2-line headline</a:t>
            </a:r>
          </a:p>
        </p:txBody>
      </p:sp>
    </p:spTree>
    <p:extLst>
      <p:ext uri="{BB962C8B-B14F-4D97-AF65-F5344CB8AC3E}">
        <p14:creationId xmlns:p14="http://schemas.microsoft.com/office/powerpoint/2010/main" val="11848507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32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8229600" cy="33558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90500" indent="-190500">
              <a:buSzPct val="100000"/>
              <a:tabLst/>
              <a:defRPr/>
            </a:lvl2pPr>
            <a:lvl3pPr marL="519113" indent="-176213">
              <a:buSzPct val="100000"/>
              <a:tabLst/>
              <a:defRPr/>
            </a:lvl3pPr>
            <a:lvl4pPr marL="1003300" indent="-152400">
              <a:buSzPct val="100000"/>
              <a:tabLst/>
              <a:defRPr/>
            </a:lvl4pPr>
            <a:lvl5pPr marL="1295400" indent="-152400">
              <a:buSzPct val="100000"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45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8">
          <p15:clr>
            <a:srgbClr val="FBAE40"/>
          </p15:clr>
        </p15:guide>
        <p15:guide id="2" pos="5472">
          <p15:clr>
            <a:srgbClr val="FBAE40"/>
          </p15:clr>
        </p15:guide>
        <p15:guide id="3" pos="28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Title w/Do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32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8229600" cy="309499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90500" indent="-190500">
              <a:buSzPct val="100000"/>
              <a:tabLst/>
              <a:defRPr/>
            </a:lvl2pPr>
            <a:lvl3pPr marL="519113" indent="-176213">
              <a:buSzPct val="100000"/>
              <a:tabLst/>
              <a:defRPr/>
            </a:lvl3pPr>
            <a:lvl4pPr marL="1003300" indent="-152400">
              <a:buSzPct val="100000"/>
              <a:tabLst/>
              <a:defRPr/>
            </a:lvl4pPr>
            <a:lvl5pPr marL="1295400" indent="-152400">
              <a:buSzPct val="100000"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388551-B33A-9777-8C20-707F289DF407}"/>
              </a:ext>
            </a:extLst>
          </p:cNvPr>
          <p:cNvGrpSpPr/>
          <p:nvPr userDrawn="1"/>
        </p:nvGrpSpPr>
        <p:grpSpPr>
          <a:xfrm>
            <a:off x="0" y="4400550"/>
            <a:ext cx="9144000" cy="742950"/>
            <a:chOff x="0" y="4400550"/>
            <a:chExt cx="9144000" cy="742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9018B1F-3F8A-9536-3BAF-7935AFE3F46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35" t="61573" r="399" b="31058"/>
            <a:stretch/>
          </p:blipFill>
          <p:spPr>
            <a:xfrm flipH="1">
              <a:off x="0" y="4548249"/>
              <a:ext cx="9144000" cy="53856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9C28AE-A793-58E5-6E81-3F618D88A909}"/>
                </a:ext>
              </a:extLst>
            </p:cNvPr>
            <p:cNvSpPr/>
            <p:nvPr userDrawn="1"/>
          </p:nvSpPr>
          <p:spPr>
            <a:xfrm>
              <a:off x="0" y="4400550"/>
              <a:ext cx="5250656" cy="74295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CE4ED0-5876-AA8B-A834-DA5A8FCAC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361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8" userDrawn="1">
          <p15:clr>
            <a:srgbClr val="FBAE40"/>
          </p15:clr>
        </p15:guide>
        <p15:guide id="2" pos="5472" userDrawn="1">
          <p15:clr>
            <a:srgbClr val="FBAE40"/>
          </p15:clr>
        </p15:guide>
        <p15:guide id="3" pos="288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Title w/Plus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FF583A7-C2C3-E678-0D9D-B35F191CEFBD}"/>
              </a:ext>
            </a:extLst>
          </p:cNvPr>
          <p:cNvGrpSpPr/>
          <p:nvPr userDrawn="1"/>
        </p:nvGrpSpPr>
        <p:grpSpPr>
          <a:xfrm>
            <a:off x="-1" y="4400550"/>
            <a:ext cx="9144000" cy="742950"/>
            <a:chOff x="-1" y="4400550"/>
            <a:chExt cx="9144000" cy="742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5D8BFF-D3BD-F7F7-3A58-A6289BA610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" t="53738" r="576" b="33396"/>
            <a:stretch/>
          </p:blipFill>
          <p:spPr>
            <a:xfrm flipH="1">
              <a:off x="-1" y="4471852"/>
              <a:ext cx="9144000" cy="67164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145293-D650-535E-C9A9-1DDC3753A991}"/>
                </a:ext>
              </a:extLst>
            </p:cNvPr>
            <p:cNvSpPr/>
            <p:nvPr userDrawn="1"/>
          </p:nvSpPr>
          <p:spPr>
            <a:xfrm>
              <a:off x="0" y="4400550"/>
              <a:ext cx="5250656" cy="74295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32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8229600" cy="309499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90500" indent="-190500">
              <a:buSzPct val="100000"/>
              <a:tabLst/>
              <a:defRPr/>
            </a:lvl2pPr>
            <a:lvl3pPr marL="519113" indent="-176213">
              <a:buSzPct val="100000"/>
              <a:tabLst/>
              <a:defRPr/>
            </a:lvl3pPr>
            <a:lvl4pPr marL="1003300" indent="-152400">
              <a:buSzPct val="100000"/>
              <a:tabLst/>
              <a:defRPr/>
            </a:lvl4pPr>
            <a:lvl5pPr marL="1295400" indent="-152400">
              <a:buSzPct val="100000"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2437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8">
          <p15:clr>
            <a:srgbClr val="FBAE40"/>
          </p15:clr>
        </p15:guide>
        <p15:guide id="2" pos="5472">
          <p15:clr>
            <a:srgbClr val="FBAE40"/>
          </p15:clr>
        </p15:guide>
        <p15:guide id="3" pos="288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Title w/Slas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4098218-A68B-9979-AAB4-512D8A8842DB}"/>
              </a:ext>
            </a:extLst>
          </p:cNvPr>
          <p:cNvGrpSpPr/>
          <p:nvPr userDrawn="1"/>
        </p:nvGrpSpPr>
        <p:grpSpPr>
          <a:xfrm>
            <a:off x="0" y="4307681"/>
            <a:ext cx="9144000" cy="835819"/>
            <a:chOff x="0" y="4307681"/>
            <a:chExt cx="9144000" cy="83581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E2385EF-A8FA-B750-3092-CFE5FB213C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35" b="42635"/>
            <a:stretch/>
          </p:blipFill>
          <p:spPr>
            <a:xfrm rot="10800000">
              <a:off x="0" y="4385883"/>
              <a:ext cx="9144000" cy="75761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CC7129-00AF-6F83-3806-C770011A8FAD}"/>
                </a:ext>
              </a:extLst>
            </p:cNvPr>
            <p:cNvSpPr/>
            <p:nvPr userDrawn="1"/>
          </p:nvSpPr>
          <p:spPr>
            <a:xfrm>
              <a:off x="0" y="4307681"/>
              <a:ext cx="5250656" cy="8358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93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8229600" cy="309499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325" indent="-187325">
              <a:buSzPct val="100000"/>
              <a:tabLst/>
              <a:defRPr/>
            </a:lvl2pPr>
            <a:lvl3pPr marL="519113" indent="-176213">
              <a:buSzPct val="100000"/>
              <a:tabLst/>
              <a:defRPr/>
            </a:lvl3pPr>
            <a:lvl4pPr marL="1003300" indent="-152400">
              <a:buSzPct val="100000"/>
              <a:tabLst/>
              <a:defRPr/>
            </a:lvl4pPr>
            <a:lvl5pPr marL="1295400" indent="-152400">
              <a:buSzPct val="100000"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7605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8">
          <p15:clr>
            <a:srgbClr val="FBAE40"/>
          </p15:clr>
        </p15:guide>
        <p15:guide id="2" pos="5472">
          <p15:clr>
            <a:srgbClr val="FBAE40"/>
          </p15:clr>
        </p15:guide>
        <p15:guide id="3" pos="288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335024"/>
            <a:ext cx="8229600" cy="3311245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137C0-3C74-51E1-B294-BE185019E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93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</p:spTree>
    <p:extLst>
      <p:ext uri="{BB962C8B-B14F-4D97-AF65-F5344CB8AC3E}">
        <p14:creationId xmlns:p14="http://schemas.microsoft.com/office/powerpoint/2010/main" val="41238507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30011" cy="7240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335024"/>
            <a:ext cx="8229600" cy="33558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34285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483993-8C30-7E74-29A9-7BC8AEA29D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261872"/>
            <a:ext cx="8229600" cy="33575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CF7E42-3381-75F3-2AE5-376D28BFC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93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</p:spTree>
    <p:extLst>
      <p:ext uri="{BB962C8B-B14F-4D97-AF65-F5344CB8AC3E}">
        <p14:creationId xmlns:p14="http://schemas.microsoft.com/office/powerpoint/2010/main" val="19173407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: CV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23955" cy="7254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8229600" cy="33575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C2910F-F578-1040-BCDE-B1E799060916}"/>
              </a:ext>
            </a:extLst>
          </p:cNvPr>
          <p:cNvCxnSpPr>
            <a:cxnSpLocks/>
          </p:cNvCxnSpPr>
          <p:nvPr userDrawn="1"/>
        </p:nvCxnSpPr>
        <p:spPr>
          <a:xfrm>
            <a:off x="0" y="4860925"/>
            <a:ext cx="9144000" cy="0"/>
          </a:xfrm>
          <a:prstGeom prst="line">
            <a:avLst/>
          </a:prstGeom>
          <a:ln w="6350">
            <a:solidFill>
              <a:schemeClr val="accent4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ECE0CC9-923E-1849-9BEE-D2FBFB7463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6150" y="4945899"/>
            <a:ext cx="4511675" cy="23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310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CV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693677" cy="72836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CB77-5474-46A4-AA4C-09773CDF4E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1"/>
            <a:ext cx="8229600" cy="33558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FBA835-85F5-A942-8813-475FCDC02050}"/>
              </a:ext>
            </a:extLst>
          </p:cNvPr>
          <p:cNvCxnSpPr>
            <a:cxnSpLocks/>
          </p:cNvCxnSpPr>
          <p:nvPr userDrawn="1"/>
        </p:nvCxnSpPr>
        <p:spPr>
          <a:xfrm>
            <a:off x="0" y="4860925"/>
            <a:ext cx="9144000" cy="0"/>
          </a:xfrm>
          <a:prstGeom prst="line">
            <a:avLst/>
          </a:prstGeom>
          <a:ln w="6350">
            <a:solidFill>
              <a:schemeClr val="accent4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B05240-8C7B-7741-B26C-17D061DD3F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6150" y="4945899"/>
            <a:ext cx="4511675" cy="23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118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- 2 Line - w/Core Va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9"/>
            <a:ext cx="7693677" cy="7193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335024"/>
            <a:ext cx="8229600" cy="33558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929268-C253-5E45-8E0F-A9E6659BB21B}"/>
              </a:ext>
            </a:extLst>
          </p:cNvPr>
          <p:cNvCxnSpPr>
            <a:cxnSpLocks/>
          </p:cNvCxnSpPr>
          <p:nvPr userDrawn="1"/>
        </p:nvCxnSpPr>
        <p:spPr>
          <a:xfrm>
            <a:off x="0" y="4860925"/>
            <a:ext cx="9144000" cy="0"/>
          </a:xfrm>
          <a:prstGeom prst="line">
            <a:avLst/>
          </a:prstGeom>
          <a:ln w="6350">
            <a:solidFill>
              <a:schemeClr val="accent4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6614B7A-3CDE-5B4B-B7E4-CA3D5D6194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6150" y="4945899"/>
            <a:ext cx="4511675" cy="23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476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81952"/>
            <a:ext cx="9144000" cy="3861547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AFAF6-EE27-42A5-B302-F3A3F01FC7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9"/>
            <a:ext cx="7742123" cy="719328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4310D17-4C53-86DF-C36E-C9819312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026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31447"/>
            <a:ext cx="9144000" cy="3119111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50BDB-964F-46A9-A4B5-F6E58F9F70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201361"/>
            <a:ext cx="6401060" cy="303589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accent1"/>
                </a:solidFill>
                <a:latin typeface="+mn-lt"/>
              </a:defRPr>
            </a:lvl1pPr>
            <a:lvl2pPr>
              <a:defRPr sz="1400">
                <a:solidFill>
                  <a:schemeClr val="tx1"/>
                </a:solidFill>
                <a:latin typeface="+mn-lt"/>
              </a:defRPr>
            </a:lvl2pPr>
            <a:lvl3pPr>
              <a:defRPr sz="14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45F2707-67E0-4A9E-B3CF-50E8F272A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C21A955-B828-4C40-1E5C-7A93D20C4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9"/>
            <a:ext cx="7730012" cy="72542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</p:spTree>
    <p:extLst>
      <p:ext uri="{BB962C8B-B14F-4D97-AF65-F5344CB8AC3E}">
        <p14:creationId xmlns:p14="http://schemas.microsoft.com/office/powerpoint/2010/main" val="14001457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666A99-6C2B-917C-949C-A90715AA6C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7717900" cy="719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84758FC-0C82-59E2-A235-CBE2BEE3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6895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6F081BE-4E1C-0B66-8F92-4BE353058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201361"/>
            <a:ext cx="6401060" cy="303589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accent1"/>
                </a:solidFill>
                <a:latin typeface="+mn-lt"/>
              </a:defRPr>
            </a:lvl1pPr>
            <a:lvl2pPr>
              <a:defRPr sz="1400">
                <a:solidFill>
                  <a:schemeClr val="tx1"/>
                </a:solidFill>
                <a:latin typeface="+mn-lt"/>
              </a:defRPr>
            </a:lvl2pPr>
            <a:lvl3pPr>
              <a:defRPr sz="14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E5F7D01-03D4-C618-2923-C468C92907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31447"/>
            <a:ext cx="9144000" cy="3512053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</p:spTree>
    <p:extLst>
      <p:ext uri="{BB962C8B-B14F-4D97-AF65-F5344CB8AC3E}">
        <p14:creationId xmlns:p14="http://schemas.microsoft.com/office/powerpoint/2010/main" val="29783173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699732" cy="71932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600" spc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5B6FEA-0F24-4E57-986A-DF7D1B02FC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261872"/>
            <a:ext cx="8238744" cy="33558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71933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429205-19AE-4A97-87B8-66B78E2E92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30012" cy="7193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B90945-7AED-4112-B6D1-26508B7199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57721"/>
            <a:ext cx="3840480" cy="33575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87BCB-45ED-4D39-87FE-DE0B5DB3E64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843464" y="1257721"/>
            <a:ext cx="3840480" cy="33575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25293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- Text + Image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4642792" y="0"/>
            <a:ext cx="4501207" cy="51435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82B9EDD-F1CF-4345-9489-2A6B70128D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3840480" cy="31338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9961A5BB-488E-ADA4-2317-94394FF57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3890514" cy="7802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BAFF861-C677-983F-78F5-A7A8D22A70AE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75533"/>
            <a:ext cx="38862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8493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- Image + Text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928B88-3152-4FBD-93CD-DC3ED1B9BA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62145" y="1261872"/>
            <a:ext cx="3721608" cy="33558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A611EB-03D2-3BB3-E44B-6AA6D501D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2145" y="292608"/>
            <a:ext cx="3724656" cy="7315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F1769D-D70F-37D2-976B-918573D2B8E7}"/>
              </a:ext>
            </a:extLst>
          </p:cNvPr>
          <p:cNvCxnSpPr>
            <a:cxnSpLocks/>
          </p:cNvCxnSpPr>
          <p:nvPr userDrawn="1"/>
        </p:nvCxnSpPr>
        <p:spPr>
          <a:xfrm>
            <a:off x="4907811" y="1023775"/>
            <a:ext cx="3778989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5DDDBD4-C79E-862E-E7D7-B2102F10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9792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74768"/>
            <a:ext cx="9144000" cy="2268732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F206161-A30C-456D-A0C0-A2152F3EEA1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255776"/>
            <a:ext cx="8229600" cy="14480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</a:lstStyle>
          <a:p>
            <a:r>
              <a:rPr lang="en-US" dirty="0"/>
              <a:t>Subhead goes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1EFA24-D132-7D01-0940-74981A9686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30011" cy="71771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B7E3067-608B-1479-E3D2-8A76FCEC2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EDB25F-4BAF-C0C6-4F39-5EA5E5A6F1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046" y="84935"/>
            <a:ext cx="933424" cy="33942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3F95ED-DA09-8A58-45B1-9A9C6DEFE2EE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10962"/>
            <a:ext cx="8213726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5200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2/3 Bleed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38745"/>
            <a:ext cx="9144000" cy="3404754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0" y="975360"/>
            <a:ext cx="7842155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292608"/>
            <a:ext cx="6826471" cy="4197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613BC77-3210-B9BA-C4F1-001EDD54AC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378517"/>
            <a:ext cx="4114800" cy="156523"/>
          </a:xfrm>
        </p:spPr>
        <p:txBody>
          <a:bodyPr anchor="b"/>
          <a:lstStyle>
            <a:lvl1pPr indent="0">
              <a:defRPr sz="1000" b="0">
                <a:solidFill>
                  <a:schemeClr val="tx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MM.DD.YYYY  |  Presenter’s Name, Title (optional)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07E305-C366-22D6-63B7-8D685681CB9F}"/>
              </a:ext>
            </a:extLst>
          </p:cNvPr>
          <p:cNvCxnSpPr>
            <a:cxnSpLocks/>
          </p:cNvCxnSpPr>
          <p:nvPr userDrawn="1"/>
        </p:nvCxnSpPr>
        <p:spPr>
          <a:xfrm>
            <a:off x="457199" y="699391"/>
            <a:ext cx="691134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59C0E3B7-E49C-7FB2-4CD4-9997373851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52944" y="73152"/>
            <a:ext cx="163449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8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- Full Bleed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1" y="4012157"/>
            <a:ext cx="6992576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FDA2D4-B04F-4043-AA72-85D5593FAC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4374647"/>
            <a:ext cx="4114800" cy="431273"/>
          </a:xfrm>
        </p:spPr>
        <p:txBody>
          <a:bodyPr anchor="b"/>
          <a:lstStyle>
            <a:lvl1pPr indent="0" algn="r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bg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algn="r"/>
            <a: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  <a:t>XX.XX.XXXX</a:t>
            </a:r>
            <a:b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  <a:t>Presenter Name,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3504323"/>
            <a:ext cx="6988630" cy="4246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1-line headline</a:t>
            </a:r>
          </a:p>
        </p:txBody>
      </p:sp>
    </p:spTree>
    <p:extLst>
      <p:ext uri="{BB962C8B-B14F-4D97-AF65-F5344CB8AC3E}">
        <p14:creationId xmlns:p14="http://schemas.microsoft.com/office/powerpoint/2010/main" val="27536236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2/3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38745"/>
            <a:ext cx="9144000" cy="3404754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0" y="969264"/>
            <a:ext cx="7842155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6964880" cy="40906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613BC77-3210-B9BA-C4F1-001EDD54AC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378517"/>
            <a:ext cx="4114800" cy="156523"/>
          </a:xfrm>
        </p:spPr>
        <p:txBody>
          <a:bodyPr anchor="b"/>
          <a:lstStyle>
            <a:lvl1pPr indent="0">
              <a:defRPr sz="1000" b="0">
                <a:solidFill>
                  <a:schemeClr val="tx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MM.DD.YYYY  |  Presenter’s Name, Title (optional)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576425-608C-E83A-A1D2-25CD59EE30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5" t="16604" r="12883" b="16939"/>
          <a:stretch/>
        </p:blipFill>
        <p:spPr>
          <a:xfrm>
            <a:off x="0" y="1725282"/>
            <a:ext cx="9144000" cy="341821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AF2498E-2511-30A1-BFD6-85BBBE6A60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944" y="76241"/>
            <a:ext cx="163449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498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Full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40C4FC-AB0C-8242-61A1-4A0622145A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5" r="1288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1" y="963168"/>
            <a:ext cx="6992576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7015656" cy="40906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C2E9137-BA71-197B-767B-0BCAE8E89B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771" y="1504950"/>
            <a:ext cx="3115095" cy="3497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XX.XX.XXXX    |    Presenter Name,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8B1D3A-BD32-58CA-FF27-AD1E93CC77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52944" y="73152"/>
            <a:ext cx="163449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977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72399" cy="4090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87551"/>
            <a:ext cx="8229600" cy="3355848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841106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30836" cy="42735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CB77-5474-46A4-AA4C-09773CDF4E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399"/>
            <a:ext cx="8229600" cy="335584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5490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Line Title w/do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08E287A-0A34-BE98-A6D0-CA490BAC973A}"/>
              </a:ext>
            </a:extLst>
          </p:cNvPr>
          <p:cNvGrpSpPr/>
          <p:nvPr userDrawn="1"/>
        </p:nvGrpSpPr>
        <p:grpSpPr>
          <a:xfrm>
            <a:off x="0" y="4400550"/>
            <a:ext cx="9144000" cy="742950"/>
            <a:chOff x="0" y="4400550"/>
            <a:chExt cx="9144000" cy="742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0C6EE4F-1208-11E3-F6C8-04461CF6787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35" t="61573" r="399" b="31058"/>
            <a:stretch/>
          </p:blipFill>
          <p:spPr>
            <a:xfrm flipH="1">
              <a:off x="0" y="4548249"/>
              <a:ext cx="9144000" cy="538563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A1A02E5-05FD-BADF-48E9-9B2A1D457ADA}"/>
                </a:ext>
              </a:extLst>
            </p:cNvPr>
            <p:cNvSpPr/>
            <p:nvPr userDrawn="1"/>
          </p:nvSpPr>
          <p:spPr>
            <a:xfrm>
              <a:off x="0" y="4400550"/>
              <a:ext cx="5250656" cy="74295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CB77-5474-46A4-AA4C-09773CDF4E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399"/>
            <a:ext cx="8229600" cy="335584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71450" indent="-171450">
              <a:buFont typeface="Wingdings" pitchFamily="2" charset="2"/>
              <a:buChar char="§"/>
              <a:tabLst/>
              <a:defRPr/>
            </a:lvl2pPr>
            <a:lvl3pPr marL="519113" indent="-176213">
              <a:buFont typeface="Wingdings" pitchFamily="2" charset="2"/>
              <a:buChar char="§"/>
              <a:defRPr/>
            </a:lvl3pPr>
            <a:lvl4pPr marL="1031875" indent="-171450">
              <a:buFont typeface="Wingdings" pitchFamily="2" charset="2"/>
              <a:buChar char="§"/>
              <a:defRPr/>
            </a:lvl4pPr>
            <a:lvl5pPr marL="1316038" indent="-173038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8D6998-6817-69B6-E817-599ED5784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30836" cy="41015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</p:spTree>
    <p:extLst>
      <p:ext uri="{BB962C8B-B14F-4D97-AF65-F5344CB8AC3E}">
        <p14:creationId xmlns:p14="http://schemas.microsoft.com/office/powerpoint/2010/main" val="32161416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Line Title w/ Plus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D66ABAA-DEA3-2E9A-2204-C9A1CC8E32FA}"/>
              </a:ext>
            </a:extLst>
          </p:cNvPr>
          <p:cNvGrpSpPr/>
          <p:nvPr userDrawn="1"/>
        </p:nvGrpSpPr>
        <p:grpSpPr>
          <a:xfrm>
            <a:off x="-1" y="4400550"/>
            <a:ext cx="9144000" cy="742950"/>
            <a:chOff x="-1" y="4400550"/>
            <a:chExt cx="9144000" cy="74295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0DBF20A-8602-3B73-E077-67577AF57A4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" t="53738" r="576" b="33396"/>
            <a:stretch/>
          </p:blipFill>
          <p:spPr>
            <a:xfrm flipH="1">
              <a:off x="-1" y="4471852"/>
              <a:ext cx="9144000" cy="67164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DD4A00A-B4FB-7BFE-E595-75842C344A01}"/>
                </a:ext>
              </a:extLst>
            </p:cNvPr>
            <p:cNvSpPr/>
            <p:nvPr userDrawn="1"/>
          </p:nvSpPr>
          <p:spPr>
            <a:xfrm>
              <a:off x="0" y="4400550"/>
              <a:ext cx="5250656" cy="74295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17899" cy="41529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400"/>
            <a:ext cx="8229600" cy="335584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237080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Line Title w/Slas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B22428C-ED4B-CC48-12D8-1D9ABF1DFFF1}"/>
              </a:ext>
            </a:extLst>
          </p:cNvPr>
          <p:cNvGrpSpPr/>
          <p:nvPr userDrawn="1"/>
        </p:nvGrpSpPr>
        <p:grpSpPr>
          <a:xfrm>
            <a:off x="0" y="4307681"/>
            <a:ext cx="9144000" cy="835819"/>
            <a:chOff x="0" y="4307681"/>
            <a:chExt cx="9144000" cy="83581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FB94B1-BAB2-B06B-3BE5-16FDE1F168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35" b="42635"/>
            <a:stretch/>
          </p:blipFill>
          <p:spPr>
            <a:xfrm rot="10800000">
              <a:off x="0" y="4385883"/>
              <a:ext cx="9144000" cy="757617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58DCE92-B151-DF70-5FF2-A3AC291F733B}"/>
                </a:ext>
              </a:extLst>
            </p:cNvPr>
            <p:cNvSpPr/>
            <p:nvPr userDrawn="1"/>
          </p:nvSpPr>
          <p:spPr>
            <a:xfrm>
              <a:off x="0" y="4307681"/>
              <a:ext cx="5250656" cy="8358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17899" cy="41529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CB77-5474-46A4-AA4C-09773CDF4E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399"/>
            <a:ext cx="8229600" cy="335584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1B3C5E-97D1-60EF-5946-669C273ECCFF}"/>
              </a:ext>
            </a:extLst>
          </p:cNvPr>
          <p:cNvCxnSpPr/>
          <p:nvPr userDrawn="1"/>
        </p:nvCxnSpPr>
        <p:spPr>
          <a:xfrm>
            <a:off x="457199" y="699391"/>
            <a:ext cx="759714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53240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1 Line*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585BF-4B61-4EE1-92FA-F2225AC3BE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913737"/>
            <a:ext cx="8229600" cy="3355848"/>
          </a:xfrm>
        </p:spPr>
        <p:txBody>
          <a:bodyPr/>
          <a:lstStyle>
            <a:lvl1pPr marL="234950" indent="-23495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1175" indent="-222250">
              <a:spcBef>
                <a:spcPts val="500"/>
              </a:spcBef>
              <a:buSzPct val="75000"/>
              <a:buFont typeface="Wingdings" pitchFamily="2" charset="2"/>
              <a:buChar char="§"/>
              <a:defRPr sz="1200"/>
            </a:lvl2pPr>
            <a:lvl3pPr marL="914400" indent="-171450">
              <a:buFont typeface="Wingdings" panose="05000000000000000000" pitchFamily="2" charset="2"/>
              <a:buChar char="§"/>
              <a:defRPr sz="1200"/>
            </a:lvl3pPr>
            <a:lvl4pPr marL="1430338" indent="-168275">
              <a:defRPr/>
            </a:lvl4pPr>
            <a:lvl5pPr marL="1770063" indent="-174625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588AE-F46F-86B4-14C7-865E3AC8C7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30836" cy="41015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</p:spTree>
    <p:extLst>
      <p:ext uri="{BB962C8B-B14F-4D97-AF65-F5344CB8AC3E}">
        <p14:creationId xmlns:p14="http://schemas.microsoft.com/office/powerpoint/2010/main" val="124495468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8"/>
            <a:ext cx="7723954" cy="41529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199" y="988942"/>
            <a:ext cx="8229600" cy="3355848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992232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11844" cy="41529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483993-8C30-7E74-29A9-7BC8AEA29D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914400"/>
            <a:ext cx="8229600" cy="3357562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735349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: CV - 1 Line - w/ Core Va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17899" cy="41529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400"/>
            <a:ext cx="8229600" cy="3357562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5F9768-DCB2-692D-2E6D-B3FDCE2B111C}"/>
              </a:ext>
            </a:extLst>
          </p:cNvPr>
          <p:cNvCxnSpPr/>
          <p:nvPr userDrawn="1"/>
        </p:nvCxnSpPr>
        <p:spPr>
          <a:xfrm>
            <a:off x="457199" y="699391"/>
            <a:ext cx="759714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76106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: CV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0692"/>
            <a:ext cx="7717899" cy="41098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199" y="988942"/>
            <a:ext cx="8229600" cy="3355848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53277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B - 1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43920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AFAF6-EE27-42A5-B302-F3A3F01FC7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7699733" cy="413278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F05014A-03C9-E76E-8376-1E6CC7DE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3331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81953"/>
            <a:ext cx="9144000" cy="345355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45F2707-67E0-4A9E-B3CF-50E8F272A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C21A955-B828-4C40-1E5C-7A93D20C4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7681466" cy="4175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3AD40BD-E3D6-D141-DB4D-81F97EE504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865298"/>
            <a:ext cx="7847551" cy="24968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  <a:lvl2pPr>
              <a:defRPr sz="1400">
                <a:solidFill>
                  <a:schemeClr val="tx1"/>
                </a:solidFill>
                <a:latin typeface="+mn-lt"/>
              </a:defRPr>
            </a:lvl2pPr>
            <a:lvl3pPr>
              <a:defRPr sz="14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40724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71600"/>
            <a:ext cx="9144000" cy="37719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666A99-6C2B-917C-949C-A90715AA6C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8"/>
            <a:ext cx="7651154" cy="4175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B681329-159C-2885-FA75-4E679FFE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D0F176D-0F6F-F0DF-E02E-425DB67BE0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865298"/>
            <a:ext cx="7847551" cy="24968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  <a:lvl2pPr>
              <a:defRPr sz="1400">
                <a:solidFill>
                  <a:schemeClr val="tx1"/>
                </a:solidFill>
                <a:latin typeface="+mn-lt"/>
              </a:defRPr>
            </a:lvl2pPr>
            <a:lvl3pPr>
              <a:defRPr sz="14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742146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2315557"/>
            <a:ext cx="6826471" cy="4197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quote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FE780BA-C4E0-81F2-6073-0E659D10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90888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0677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635998" cy="417591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600" spc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5B6FEA-0F24-4E57-986A-DF7D1B02FC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14400"/>
            <a:ext cx="7863721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3244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472">
          <p15:clr>
            <a:srgbClr val="FBAE40"/>
          </p15:clr>
        </p15:guide>
        <p15:guide id="3" pos="288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429205-19AE-4A97-87B8-66B78E2E92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666310" cy="4090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B90945-7AED-4112-B6D1-26508B7199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400"/>
            <a:ext cx="3840480" cy="3357562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87BCB-45ED-4D39-87FE-DE0B5DB3E64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843464" y="914400"/>
            <a:ext cx="3840480" cy="3357562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67724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- Text + Image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4642792" y="0"/>
            <a:ext cx="4501207" cy="51435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82B9EDD-F1CF-4345-9489-2A6B70128D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1513"/>
            <a:ext cx="3840480" cy="313383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9961A5BB-488E-ADA4-2317-94394FF57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3856009" cy="3946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3413E4-E2D8-A03C-CFE3-34BD3AA906B3}"/>
              </a:ext>
            </a:extLst>
          </p:cNvPr>
          <p:cNvCxnSpPr>
            <a:cxnSpLocks/>
          </p:cNvCxnSpPr>
          <p:nvPr userDrawn="1"/>
        </p:nvCxnSpPr>
        <p:spPr>
          <a:xfrm>
            <a:off x="457199" y="699391"/>
            <a:ext cx="393192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17336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- Image + Text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6B00C78-699C-7F9D-B72B-3C95CDF7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B768B-DAA3-DBA7-8FF7-3D69D676BFA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62144" y="911513"/>
            <a:ext cx="3724656" cy="3133838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4E5CB5-6CF2-3ED7-DF3B-8C0C8B5B8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2145" y="292608"/>
            <a:ext cx="3724656" cy="3946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2D2FD3-6A61-34BD-8710-812E84D06CD5}"/>
              </a:ext>
            </a:extLst>
          </p:cNvPr>
          <p:cNvCxnSpPr>
            <a:cxnSpLocks/>
          </p:cNvCxnSpPr>
          <p:nvPr userDrawn="1"/>
        </p:nvCxnSpPr>
        <p:spPr>
          <a:xfrm>
            <a:off x="4914337" y="699391"/>
            <a:ext cx="393192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02949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 -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F206161-A30C-456D-A0C0-A2152F3EEA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199" y="914400"/>
            <a:ext cx="7841412" cy="1522107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1EFA24-D132-7D01-0940-74981A9686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292608"/>
            <a:ext cx="7687623" cy="40906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1-line headline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28A8A-FF52-9961-349F-51DDB0BC4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A0170D-091A-7F59-952F-3F6E190917ED}"/>
              </a:ext>
            </a:extLst>
          </p:cNvPr>
          <p:cNvCxnSpPr>
            <a:cxnSpLocks/>
          </p:cNvCxnSpPr>
          <p:nvPr userDrawn="1"/>
        </p:nvCxnSpPr>
        <p:spPr>
          <a:xfrm>
            <a:off x="457199" y="699391"/>
            <a:ext cx="821944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F7D0ECA0-899D-6140-2FD1-C867F335D8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744" y="91440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47671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3A375-8031-8133-6246-EEB51F1599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AB1C651-175E-364F-B1CD-368AAC546691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bg1">
                  <a:alpha val="69992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02CC47-1F21-A46D-D0AC-5452854B93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744" y="91440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1543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FC017-21A8-0A31-0771-FE82055690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tx1">
                  <a:alpha val="60000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59BFB02-F9FE-D48D-E80E-B0AC7750F8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6126" y="90454"/>
            <a:ext cx="930402" cy="3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63870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5CCDD1-1D46-AE6F-578F-F2D645CD20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635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1F7F6F-A052-090E-367A-B5CAB5A55E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046" y="91285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43876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 Slide -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3A375-8031-8133-6246-EEB51F1599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AB1C651-175E-364F-B1CD-368AAC546691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bg1">
                  <a:alpha val="69992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0433F2-6914-BF18-B40A-6F5DF132F514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2">
            <a:extLst>
              <a:ext uri="{FF2B5EF4-FFF2-40B4-BE49-F238E27FC236}">
                <a16:creationId xmlns:a16="http://schemas.microsoft.com/office/drawing/2014/main" id="{CD16C99F-7B3B-E270-0B8E-15E1EB87A30A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12D126-010E-6B1D-4220-ECE08B936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046" y="91285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996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 Slide - 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FC017-21A8-0A31-0771-FE82055690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tx1">
                  <a:alpha val="60000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59BFB02-F9FE-D48D-E80E-B0AC7750F8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6126" y="90454"/>
            <a:ext cx="930402" cy="33832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601273-1E03-B2E0-8D6F-C6732C24B6C8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2">
            <a:extLst>
              <a:ext uri="{FF2B5EF4-FFF2-40B4-BE49-F238E27FC236}">
                <a16:creationId xmlns:a16="http://schemas.microsoft.com/office/drawing/2014/main" id="{77C142CB-7350-F386-E2F0-0C69E9111D5E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71388224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5CCDD1-1D46-AE6F-578F-F2D645CD20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635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1F7F6F-A052-090E-367A-B5CAB5A55E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046" y="91285"/>
            <a:ext cx="933424" cy="33942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8810EB-3D75-D21E-81F2-52B2D398F145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2">
            <a:extLst>
              <a:ext uri="{FF2B5EF4-FFF2-40B4-BE49-F238E27FC236}">
                <a16:creationId xmlns:a16="http://schemas.microsoft.com/office/drawing/2014/main" id="{02135B0B-C832-312D-562E-9FEABC439ABB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06594023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-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3A375-8031-8133-6246-EEB51F1599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AB1C651-175E-364F-B1CD-368AAC546691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bg1">
                  <a:alpha val="69992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9699750-BF2F-593B-08CA-B0703863FA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046" y="84935"/>
            <a:ext cx="933424" cy="33942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0433F2-6914-BF18-B40A-6F5DF132F514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2">
            <a:extLst>
              <a:ext uri="{FF2B5EF4-FFF2-40B4-BE49-F238E27FC236}">
                <a16:creationId xmlns:a16="http://schemas.microsoft.com/office/drawing/2014/main" id="{CD16C99F-7B3B-E270-0B8E-15E1EB87A30A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pPr marL="0" indent="0">
              <a:tabLst>
                <a:tab pos="2111375" algn="l"/>
              </a:tabLst>
            </a:pP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124170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- 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FC017-21A8-0A31-0771-FE82055690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tx1">
                  <a:alpha val="60000"/>
                </a:schemeClr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59BFB02-F9FE-D48D-E80E-B0AC7750F8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6126" y="90454"/>
            <a:ext cx="930402" cy="33832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601273-1E03-B2E0-8D6F-C6732C24B6C8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2">
            <a:extLst>
              <a:ext uri="{FF2B5EF4-FFF2-40B4-BE49-F238E27FC236}">
                <a16:creationId xmlns:a16="http://schemas.microsoft.com/office/drawing/2014/main" id="{77C142CB-7350-F386-E2F0-0C69E9111D5E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0752601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5CCDD1-1D46-AE6F-578F-F2D645CD20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635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260B82-7E2E-62AD-6BB3-E6E7D9ADB2BE}"/>
              </a:ext>
            </a:extLst>
          </p:cNvPr>
          <p:cNvSpPr/>
          <p:nvPr userDrawn="1"/>
        </p:nvSpPr>
        <p:spPr>
          <a:xfrm>
            <a:off x="0" y="0"/>
            <a:ext cx="7500395" cy="51435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108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1F7F6F-A052-090E-367A-B5CAB5A55E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046" y="91285"/>
            <a:ext cx="933424" cy="33942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8810EB-3D75-D21E-81F2-52B2D398F145}"/>
              </a:ext>
            </a:extLst>
          </p:cNvPr>
          <p:cNvCxnSpPr/>
          <p:nvPr userDrawn="1"/>
        </p:nvCxnSpPr>
        <p:spPr>
          <a:xfrm>
            <a:off x="745435" y="2459935"/>
            <a:ext cx="5774635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2">
            <a:extLst>
              <a:ext uri="{FF2B5EF4-FFF2-40B4-BE49-F238E27FC236}">
                <a16:creationId xmlns:a16="http://schemas.microsoft.com/office/drawing/2014/main" id="{02135B0B-C832-312D-562E-9FEABC439ABB}"/>
              </a:ext>
            </a:extLst>
          </p:cNvPr>
          <p:cNvSpPr txBox="1">
            <a:spLocks/>
          </p:cNvSpPr>
          <p:nvPr userDrawn="1"/>
        </p:nvSpPr>
        <p:spPr>
          <a:xfrm>
            <a:off x="646585" y="1743786"/>
            <a:ext cx="5885833" cy="69663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6508400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804B4CE-947B-BB42-BF8F-CA633BB92A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9817" y="2080387"/>
            <a:ext cx="3944366" cy="98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133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 Section Inf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861AEF07-A214-EE40-ACEC-917DF182E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37" y="1977381"/>
            <a:ext cx="8187526" cy="78483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23F1FA4F-2918-C347-8B19-B811C49073BF}"/>
              </a:ext>
            </a:extLst>
          </p:cNvPr>
          <p:cNvSpPr txBox="1">
            <a:spLocks/>
          </p:cNvSpPr>
          <p:nvPr userDrawn="1"/>
        </p:nvSpPr>
        <p:spPr>
          <a:xfrm>
            <a:off x="420180" y="3699906"/>
            <a:ext cx="8187526" cy="2092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000" kern="1200" spc="80" baseline="0">
                <a:solidFill>
                  <a:schemeClr val="tx1"/>
                </a:solidFill>
                <a:latin typeface="Bahnschrift SemiBold Condensed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ATTENTION: DO NOT USE THIS YELLOW SLIDE IN YOUR PRESENTATIONS.</a:t>
            </a:r>
            <a:b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(FOR SECTION ORGANIZATION ONLY)</a:t>
            </a:r>
          </a:p>
        </p:txBody>
      </p:sp>
    </p:spTree>
    <p:extLst>
      <p:ext uri="{BB962C8B-B14F-4D97-AF65-F5344CB8AC3E}">
        <p14:creationId xmlns:p14="http://schemas.microsoft.com/office/powerpoint/2010/main" val="6268707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B - 1 Line w/do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08E287A-0A34-BE98-A6D0-CA490BAC973A}"/>
              </a:ext>
            </a:extLst>
          </p:cNvPr>
          <p:cNvGrpSpPr/>
          <p:nvPr userDrawn="1"/>
        </p:nvGrpSpPr>
        <p:grpSpPr>
          <a:xfrm>
            <a:off x="-57980" y="4409470"/>
            <a:ext cx="9144000" cy="742950"/>
            <a:chOff x="0" y="4400550"/>
            <a:chExt cx="9144000" cy="742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0C6EE4F-1208-11E3-F6C8-04461CF6787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35" t="61573" r="399" b="31058"/>
            <a:stretch/>
          </p:blipFill>
          <p:spPr>
            <a:xfrm flipH="1">
              <a:off x="0" y="4548249"/>
              <a:ext cx="9144000" cy="538563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A1A02E5-05FD-BADF-48E9-9B2A1D457ADA}"/>
                </a:ext>
              </a:extLst>
            </p:cNvPr>
            <p:cNvSpPr/>
            <p:nvPr userDrawn="1"/>
          </p:nvSpPr>
          <p:spPr>
            <a:xfrm>
              <a:off x="57980" y="4400550"/>
              <a:ext cx="5192676" cy="74295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7683335" cy="41529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CB77-5474-46A4-AA4C-09773CDF4E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14400"/>
            <a:ext cx="7772400" cy="3138487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71450" indent="-171450">
              <a:buFont typeface="Wingdings" pitchFamily="2" charset="2"/>
              <a:buChar char="§"/>
              <a:tabLst/>
              <a:defRPr/>
            </a:lvl2pPr>
            <a:lvl3pPr marL="519113" indent="-176213">
              <a:buFont typeface="Wingdings" pitchFamily="2" charset="2"/>
              <a:buChar char="§"/>
              <a:defRPr/>
            </a:lvl3pPr>
            <a:lvl4pPr marL="1031875" indent="-171450">
              <a:buFont typeface="Wingdings" pitchFamily="2" charset="2"/>
              <a:buChar char="§"/>
              <a:defRPr/>
            </a:lvl4pPr>
            <a:lvl5pPr marL="1316038" indent="-173038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49113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Subhead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4320"/>
            <a:ext cx="7699732" cy="73324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600" spc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5B6FEA-0F24-4E57-986A-DF7D1B02FC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2144" y="1280160"/>
            <a:ext cx="8234656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415815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Title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7730011" cy="7240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80160"/>
            <a:ext cx="8229599" cy="31972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4568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2/3 Image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38745"/>
            <a:ext cx="9144000" cy="3404754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0" y="1151649"/>
            <a:ext cx="7842155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6964880" cy="3575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613BC77-3210-B9BA-C4F1-001EDD54AC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477371"/>
            <a:ext cx="4114800" cy="156523"/>
          </a:xfrm>
        </p:spPr>
        <p:txBody>
          <a:bodyPr anchor="b"/>
          <a:lstStyle>
            <a:lvl1pPr indent="0">
              <a:defRPr sz="1000" b="0">
                <a:solidFill>
                  <a:schemeClr val="tx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MM.DD.YYYY  |  Presenter’s Name, Title (optional)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576425-608C-E83A-A1D2-25CD59EE30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5" t="16604" r="12883" b="16939"/>
          <a:stretch/>
        </p:blipFill>
        <p:spPr>
          <a:xfrm>
            <a:off x="0" y="1725282"/>
            <a:ext cx="9144000" cy="341821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AF2498E-2511-30A1-BFD6-85BBBE6A60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7955" y="76241"/>
            <a:ext cx="1634490" cy="5943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C4E3FF-1378-00F4-22E4-0AD3EBF9CE41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10962"/>
            <a:ext cx="6961798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92290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- Full Image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40C4FC-AB0C-8242-61A1-4A0622145A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5" r="1288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24AD74D-C251-3B01-72BD-200F342D41BA}"/>
              </a:ext>
            </a:extLst>
          </p:cNvPr>
          <p:cNvSpPr/>
          <p:nvPr userDrawn="1"/>
        </p:nvSpPr>
        <p:spPr>
          <a:xfrm>
            <a:off x="0" y="1"/>
            <a:ext cx="9144000" cy="3237078"/>
          </a:xfrm>
          <a:prstGeom prst="rect">
            <a:avLst/>
          </a:prstGeom>
          <a:gradFill>
            <a:gsLst>
              <a:gs pos="0">
                <a:schemeClr val="tx1">
                  <a:alpha val="72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</p:spPr>
        <p:txBody>
          <a:bodyPr wrap="square" rtlCol="0" anchor="ctr" anchorCtr="0"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1" y="1161535"/>
            <a:ext cx="6992576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7015656" cy="39050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C2E9137-BA71-197B-767B-0BCAE8E89B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771" y="1504950"/>
            <a:ext cx="3115095" cy="34972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XX.XX.XXXX    |    Presenter Name,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8B1D3A-BD32-58CA-FF27-AD1E93CC77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57955" y="76241"/>
            <a:ext cx="1634490" cy="5943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FA6DFF-3B6C-100A-F59E-ECC91068B573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10962"/>
            <a:ext cx="6961798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2493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- 2/3 Bleed Image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738745"/>
            <a:ext cx="9144000" cy="3404754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0" y="1186248"/>
            <a:ext cx="7842155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292608"/>
            <a:ext cx="6826471" cy="72410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613BC77-3210-B9BA-C4F1-001EDD54AC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477371"/>
            <a:ext cx="4114800" cy="156523"/>
          </a:xfrm>
        </p:spPr>
        <p:txBody>
          <a:bodyPr anchor="b"/>
          <a:lstStyle>
            <a:lvl1pPr indent="0">
              <a:defRPr sz="1000" b="0">
                <a:solidFill>
                  <a:schemeClr val="tx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MM.DD.YYYY  |  Presenter’s Name, Title (optional)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9C0E3B7-E49C-7FB2-4CD4-9997373851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57955" y="76241"/>
            <a:ext cx="1634490" cy="5943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6C39C7-D4B3-C298-2615-9215517F3B81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10962"/>
            <a:ext cx="6961798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20319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 - Full Bleed Image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9E139-ED80-4E3A-817B-42F215648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71" y="4012157"/>
            <a:ext cx="6992576" cy="25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6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FDA2D4-B04F-4043-AA72-85D5593FAC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4374647"/>
            <a:ext cx="4114800" cy="431273"/>
          </a:xfrm>
        </p:spPr>
        <p:txBody>
          <a:bodyPr anchor="b"/>
          <a:lstStyle>
            <a:lvl1pPr indent="0" algn="r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bg1"/>
                </a:solidFill>
                <a:latin typeface="+mn-lt"/>
              </a:defRPr>
            </a:lvl1pPr>
            <a:lvl2pPr indent="0">
              <a:defRPr sz="1000">
                <a:solidFill>
                  <a:schemeClr val="tx1"/>
                </a:solidFill>
                <a:latin typeface="+mn-lt"/>
              </a:defRPr>
            </a:lvl2pPr>
            <a:lvl3pPr indent="0">
              <a:defRPr sz="1000">
                <a:solidFill>
                  <a:schemeClr val="tx1"/>
                </a:solidFill>
                <a:latin typeface="+mn-lt"/>
              </a:defRPr>
            </a:lvl3pPr>
            <a:lvl4pPr indent="0">
              <a:defRPr sz="1000">
                <a:solidFill>
                  <a:schemeClr val="tx1"/>
                </a:solidFill>
                <a:latin typeface="+mn-lt"/>
              </a:defRPr>
            </a:lvl4pPr>
            <a:lvl5pPr indent="0">
              <a:defRPr sz="1000">
                <a:solidFill>
                  <a:schemeClr val="tx1"/>
                </a:solidFill>
                <a:latin typeface="+mn-lt"/>
              </a:defRPr>
            </a:lvl5pPr>
          </a:lstStyle>
          <a:p>
            <a:pPr algn="r"/>
            <a: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  <a:t>XX.XX.XXXX</a:t>
            </a:r>
            <a:b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1000" b="0" dirty="0">
                <a:solidFill>
                  <a:schemeClr val="bg1"/>
                </a:solidFill>
                <a:latin typeface="Arial" panose="020B0604020202020204" pitchFamily="34" charset="0"/>
              </a:rPr>
              <a:t>Presenter Name,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B2938-7BA3-4BD8-79D0-37B4C0BE2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3504323"/>
            <a:ext cx="6988630" cy="4246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2-line headline</a:t>
            </a:r>
          </a:p>
        </p:txBody>
      </p:sp>
    </p:spTree>
    <p:extLst>
      <p:ext uri="{BB962C8B-B14F-4D97-AF65-F5344CB8AC3E}">
        <p14:creationId xmlns:p14="http://schemas.microsoft.com/office/powerpoint/2010/main" val="35176533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32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8229600" cy="33558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90500" indent="-190500">
              <a:buSzPct val="100000"/>
              <a:tabLst/>
              <a:defRPr/>
            </a:lvl2pPr>
            <a:lvl3pPr marL="519113" indent="-176213">
              <a:buSzPct val="100000"/>
              <a:tabLst/>
              <a:defRPr/>
            </a:lvl3pPr>
            <a:lvl4pPr marL="1003300" indent="-152400">
              <a:buSzPct val="100000"/>
              <a:tabLst/>
              <a:defRPr/>
            </a:lvl4pPr>
            <a:lvl5pPr marL="1295400" indent="-152400">
              <a:buSzPct val="100000"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915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8">
          <p15:clr>
            <a:srgbClr val="FBAE40"/>
          </p15:clr>
        </p15:guide>
        <p15:guide id="2" pos="5472">
          <p15:clr>
            <a:srgbClr val="FBAE40"/>
          </p15:clr>
        </p15:guide>
        <p15:guide id="3" pos="288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Title w/Do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32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8229600" cy="309499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90500" indent="-190500">
              <a:buSzPct val="100000"/>
              <a:tabLst/>
              <a:defRPr/>
            </a:lvl2pPr>
            <a:lvl3pPr marL="519113" indent="-176213">
              <a:buSzPct val="100000"/>
              <a:tabLst/>
              <a:defRPr/>
            </a:lvl3pPr>
            <a:lvl4pPr marL="1003300" indent="-152400">
              <a:buSzPct val="100000"/>
              <a:tabLst/>
              <a:defRPr/>
            </a:lvl4pPr>
            <a:lvl5pPr marL="1295400" indent="-152400">
              <a:buSzPct val="100000"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388551-B33A-9777-8C20-707F289DF407}"/>
              </a:ext>
            </a:extLst>
          </p:cNvPr>
          <p:cNvGrpSpPr/>
          <p:nvPr userDrawn="1"/>
        </p:nvGrpSpPr>
        <p:grpSpPr>
          <a:xfrm>
            <a:off x="0" y="4400550"/>
            <a:ext cx="9144000" cy="742950"/>
            <a:chOff x="0" y="4400550"/>
            <a:chExt cx="9144000" cy="742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9018B1F-3F8A-9536-3BAF-7935AFE3F46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35" t="61573" r="399" b="31058"/>
            <a:stretch/>
          </p:blipFill>
          <p:spPr>
            <a:xfrm flipH="1">
              <a:off x="0" y="4548249"/>
              <a:ext cx="9144000" cy="53856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9C28AE-A793-58E5-6E81-3F618D88A909}"/>
                </a:ext>
              </a:extLst>
            </p:cNvPr>
            <p:cNvSpPr/>
            <p:nvPr userDrawn="1"/>
          </p:nvSpPr>
          <p:spPr>
            <a:xfrm>
              <a:off x="0" y="4400550"/>
              <a:ext cx="5250656" cy="74295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CE4ED0-5876-AA8B-A834-DA5A8FCAC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847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8">
          <p15:clr>
            <a:srgbClr val="FBAE40"/>
          </p15:clr>
        </p15:guide>
        <p15:guide id="2" pos="5472">
          <p15:clr>
            <a:srgbClr val="FBAE40"/>
          </p15:clr>
        </p15:guide>
        <p15:guide id="3" pos="288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Title w/Plus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FF583A7-C2C3-E678-0D9D-B35F191CEFBD}"/>
              </a:ext>
            </a:extLst>
          </p:cNvPr>
          <p:cNvGrpSpPr/>
          <p:nvPr userDrawn="1"/>
        </p:nvGrpSpPr>
        <p:grpSpPr>
          <a:xfrm>
            <a:off x="-1" y="4400550"/>
            <a:ext cx="9144000" cy="742950"/>
            <a:chOff x="-1" y="4400550"/>
            <a:chExt cx="9144000" cy="742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5D8BFF-D3BD-F7F7-3A58-A6289BA610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" t="53738" r="576" b="33396"/>
            <a:stretch/>
          </p:blipFill>
          <p:spPr>
            <a:xfrm flipH="1">
              <a:off x="-1" y="4471852"/>
              <a:ext cx="9144000" cy="67164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145293-D650-535E-C9A9-1DDC3753A991}"/>
                </a:ext>
              </a:extLst>
            </p:cNvPr>
            <p:cNvSpPr/>
            <p:nvPr userDrawn="1"/>
          </p:nvSpPr>
          <p:spPr>
            <a:xfrm>
              <a:off x="0" y="4400550"/>
              <a:ext cx="5250656" cy="74295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32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8229600" cy="309499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90500" indent="-190500">
              <a:buSzPct val="100000"/>
              <a:tabLst/>
              <a:defRPr/>
            </a:lvl2pPr>
            <a:lvl3pPr marL="519113" indent="-176213">
              <a:buSzPct val="100000"/>
              <a:tabLst/>
              <a:defRPr/>
            </a:lvl3pPr>
            <a:lvl4pPr marL="1003300" indent="-152400">
              <a:buSzPct val="100000"/>
              <a:tabLst/>
              <a:defRPr/>
            </a:lvl4pPr>
            <a:lvl5pPr marL="1295400" indent="-152400">
              <a:buSzPct val="100000"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1586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8">
          <p15:clr>
            <a:srgbClr val="FBAE40"/>
          </p15:clr>
        </p15:guide>
        <p15:guide id="2" pos="5472">
          <p15:clr>
            <a:srgbClr val="FBAE40"/>
          </p15:clr>
        </p15:guide>
        <p15:guide id="3" pos="288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Title w/Slas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4098218-A68B-9979-AAB4-512D8A8842DB}"/>
              </a:ext>
            </a:extLst>
          </p:cNvPr>
          <p:cNvGrpSpPr/>
          <p:nvPr userDrawn="1"/>
        </p:nvGrpSpPr>
        <p:grpSpPr>
          <a:xfrm>
            <a:off x="0" y="4307681"/>
            <a:ext cx="9144000" cy="835819"/>
            <a:chOff x="0" y="4307681"/>
            <a:chExt cx="9144000" cy="83581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E2385EF-A8FA-B750-3092-CFE5FB213C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35" b="42635"/>
            <a:stretch/>
          </p:blipFill>
          <p:spPr>
            <a:xfrm rot="10800000">
              <a:off x="0" y="4385883"/>
              <a:ext cx="9144000" cy="75761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CC7129-00AF-6F83-3806-C770011A8FAD}"/>
                </a:ext>
              </a:extLst>
            </p:cNvPr>
            <p:cNvSpPr/>
            <p:nvPr userDrawn="1"/>
          </p:nvSpPr>
          <p:spPr>
            <a:xfrm>
              <a:off x="0" y="4307681"/>
              <a:ext cx="5250656" cy="8358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93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8229600" cy="309499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325" indent="-187325">
              <a:buSzPct val="100000"/>
              <a:tabLst/>
              <a:defRPr/>
            </a:lvl2pPr>
            <a:lvl3pPr marL="519113" indent="-176213">
              <a:buSzPct val="100000"/>
              <a:tabLst/>
              <a:defRPr/>
            </a:lvl3pPr>
            <a:lvl4pPr marL="1003300" indent="-152400">
              <a:buSzPct val="100000"/>
              <a:tabLst/>
              <a:defRPr/>
            </a:lvl4pPr>
            <a:lvl5pPr marL="1295400" indent="-152400">
              <a:buSzPct val="100000"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1605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8">
          <p15:clr>
            <a:srgbClr val="FBAE40"/>
          </p15:clr>
        </p15:guide>
        <p15:guide id="2" pos="5472">
          <p15:clr>
            <a:srgbClr val="FBAE40"/>
          </p15:clr>
        </p15:guide>
        <p15:guide id="3" pos="288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335024"/>
            <a:ext cx="8229600" cy="3311245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137C0-3C74-51E1-B294-BE185019E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93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</p:spTree>
    <p:extLst>
      <p:ext uri="{BB962C8B-B14F-4D97-AF65-F5344CB8AC3E}">
        <p14:creationId xmlns:p14="http://schemas.microsoft.com/office/powerpoint/2010/main" val="355890334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30011" cy="7240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335024"/>
            <a:ext cx="8229600" cy="33558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287244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483993-8C30-7E74-29A9-7BC8AEA29D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261872"/>
            <a:ext cx="8229600" cy="33575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CF7E42-3381-75F3-2AE5-376D28BFC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736065" cy="7193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</p:spTree>
    <p:extLst>
      <p:ext uri="{BB962C8B-B14F-4D97-AF65-F5344CB8AC3E}">
        <p14:creationId xmlns:p14="http://schemas.microsoft.com/office/powerpoint/2010/main" val="275907164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: CV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23955" cy="7254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4680-223A-451C-9541-D747E71E2A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8229600" cy="33575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C2910F-F578-1040-BCDE-B1E799060916}"/>
              </a:ext>
            </a:extLst>
          </p:cNvPr>
          <p:cNvCxnSpPr>
            <a:cxnSpLocks/>
          </p:cNvCxnSpPr>
          <p:nvPr userDrawn="1"/>
        </p:nvCxnSpPr>
        <p:spPr>
          <a:xfrm>
            <a:off x="0" y="4860925"/>
            <a:ext cx="9144000" cy="0"/>
          </a:xfrm>
          <a:prstGeom prst="line">
            <a:avLst/>
          </a:prstGeom>
          <a:ln w="6350">
            <a:solidFill>
              <a:schemeClr val="accent4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ECE0CC9-923E-1849-9BEE-D2FBFB7463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6150" y="4945899"/>
            <a:ext cx="4511675" cy="23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3659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CV -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693677" cy="72836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CB77-5474-46A4-AA4C-09773CDF4E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1"/>
            <a:ext cx="8229600" cy="33558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FBA835-85F5-A942-8813-475FCDC02050}"/>
              </a:ext>
            </a:extLst>
          </p:cNvPr>
          <p:cNvCxnSpPr>
            <a:cxnSpLocks/>
          </p:cNvCxnSpPr>
          <p:nvPr userDrawn="1"/>
        </p:nvCxnSpPr>
        <p:spPr>
          <a:xfrm>
            <a:off x="0" y="4860925"/>
            <a:ext cx="9144000" cy="0"/>
          </a:xfrm>
          <a:prstGeom prst="line">
            <a:avLst/>
          </a:prstGeom>
          <a:ln w="6350">
            <a:solidFill>
              <a:schemeClr val="accent4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B05240-8C7B-7741-B26C-17D061DD3F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6150" y="4945899"/>
            <a:ext cx="4511675" cy="23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0420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- 2 Line - w/Core Va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5EFE35-9932-4EED-ABBE-636CF39D6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9"/>
            <a:ext cx="7693677" cy="7193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C2027E-3384-4EAF-A43F-8225554E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5A18-249A-44A0-90B2-EDCEF78DC8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335024"/>
            <a:ext cx="8229600" cy="33558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929268-C253-5E45-8E0F-A9E6659BB21B}"/>
              </a:ext>
            </a:extLst>
          </p:cNvPr>
          <p:cNvCxnSpPr>
            <a:cxnSpLocks/>
          </p:cNvCxnSpPr>
          <p:nvPr userDrawn="1"/>
        </p:nvCxnSpPr>
        <p:spPr>
          <a:xfrm>
            <a:off x="0" y="4860925"/>
            <a:ext cx="9144000" cy="0"/>
          </a:xfrm>
          <a:prstGeom prst="line">
            <a:avLst/>
          </a:prstGeom>
          <a:ln w="6350">
            <a:solidFill>
              <a:schemeClr val="accent4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6614B7A-3CDE-5B4B-B7E4-CA3D5D6194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6150" y="4945899"/>
            <a:ext cx="4511675" cy="23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0496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81952"/>
            <a:ext cx="9144000" cy="3861547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AFAF6-EE27-42A5-B302-F3A3F01FC7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9"/>
            <a:ext cx="7742123" cy="719328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4310D17-4C53-86DF-C36E-C9819312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6898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31447"/>
            <a:ext cx="9144000" cy="3119111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50BDB-964F-46A9-A4B5-F6E58F9F70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201361"/>
            <a:ext cx="6401060" cy="303589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accent1"/>
                </a:solidFill>
                <a:latin typeface="+mn-lt"/>
              </a:defRPr>
            </a:lvl1pPr>
            <a:lvl2pPr>
              <a:defRPr sz="1400">
                <a:solidFill>
                  <a:schemeClr val="tx1"/>
                </a:solidFill>
                <a:latin typeface="+mn-lt"/>
              </a:defRPr>
            </a:lvl2pPr>
            <a:lvl3pPr>
              <a:defRPr sz="14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45F2707-67E0-4A9E-B3CF-50E8F272A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C21A955-B828-4C40-1E5C-7A93D20C4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9"/>
            <a:ext cx="7730012" cy="72542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</p:spTree>
    <p:extLst>
      <p:ext uri="{BB962C8B-B14F-4D97-AF65-F5344CB8AC3E}">
        <p14:creationId xmlns:p14="http://schemas.microsoft.com/office/powerpoint/2010/main" val="258118718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666A99-6C2B-917C-949C-A90715AA6C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92608"/>
            <a:ext cx="7717900" cy="719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84758FC-0C82-59E2-A235-CBE2BEE3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6895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6F081BE-4E1C-0B66-8F92-4BE353058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201361"/>
            <a:ext cx="6401060" cy="303589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accent1"/>
                </a:solidFill>
                <a:latin typeface="+mn-lt"/>
              </a:defRPr>
            </a:lvl1pPr>
            <a:lvl2pPr>
              <a:defRPr sz="1400">
                <a:solidFill>
                  <a:schemeClr val="tx1"/>
                </a:solidFill>
                <a:latin typeface="+mn-lt"/>
              </a:defRPr>
            </a:lvl2pPr>
            <a:lvl3pPr>
              <a:defRPr sz="14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E5F7D01-03D4-C618-2923-C468C92907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31447"/>
            <a:ext cx="9144000" cy="3512053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900" b="0" i="1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</p:spTree>
    <p:extLst>
      <p:ext uri="{BB962C8B-B14F-4D97-AF65-F5344CB8AC3E}">
        <p14:creationId xmlns:p14="http://schemas.microsoft.com/office/powerpoint/2010/main" val="60574813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92609"/>
            <a:ext cx="7699732" cy="71932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600" spc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5B6FEA-0F24-4E57-986A-DF7D1B02FC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261872"/>
            <a:ext cx="8238744" cy="33558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421278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429205-19AE-4A97-87B8-66B78E2E92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30012" cy="7193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B90945-7AED-4112-B6D1-26508B7199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57721"/>
            <a:ext cx="3840480" cy="33575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87BCB-45ED-4D39-87FE-DE0B5DB3E64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843464" y="1257721"/>
            <a:ext cx="3840480" cy="33575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775266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- Text + Image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4642792" y="0"/>
            <a:ext cx="4501207" cy="51435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82B9EDD-F1CF-4345-9489-2A6B70128D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61872"/>
            <a:ext cx="3840480" cy="31338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9961A5BB-488E-ADA4-2317-94394FF57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3890514" cy="7802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BAFF861-C677-983F-78F5-A7A8D22A70AE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75533"/>
            <a:ext cx="38862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70108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- Image + Text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928B88-3152-4FBD-93CD-DC3ED1B9BA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62145" y="1261872"/>
            <a:ext cx="3721608" cy="33558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A611EB-03D2-3BB3-E44B-6AA6D501D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2145" y="292608"/>
            <a:ext cx="3724656" cy="7315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F1769D-D70F-37D2-976B-918573D2B8E7}"/>
              </a:ext>
            </a:extLst>
          </p:cNvPr>
          <p:cNvCxnSpPr>
            <a:cxnSpLocks/>
          </p:cNvCxnSpPr>
          <p:nvPr userDrawn="1"/>
        </p:nvCxnSpPr>
        <p:spPr>
          <a:xfrm>
            <a:off x="4907811" y="1023775"/>
            <a:ext cx="3778989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5DDDBD4-C79E-862E-E7D7-B2102F10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734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2 L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74768"/>
            <a:ext cx="9144000" cy="2268732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tIns="914400" bIns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Click icon to insert image</a:t>
            </a:r>
            <a:br>
              <a:rPr lang="en-US" dirty="0"/>
            </a:br>
            <a:r>
              <a:rPr lang="en-US" dirty="0"/>
              <a:t>DOWNLOAD AVNET-BRANDED IMAGES AT</a:t>
            </a:r>
            <a:br>
              <a:rPr lang="en-US" dirty="0"/>
            </a:br>
            <a:r>
              <a:rPr lang="en-US" dirty="0"/>
              <a:t>BRAND.AVNET.COM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F206161-A30C-456D-A0C0-A2152F3EEA1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255776"/>
            <a:ext cx="8229600" cy="14480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</a:lstStyle>
          <a:p>
            <a:r>
              <a:rPr lang="en-US" dirty="0"/>
              <a:t>Subhead goes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1EFA24-D132-7D01-0940-74981A9686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2608"/>
            <a:ext cx="7730011" cy="71771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2-line headline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B7E3067-608B-1479-E3D2-8A76FCEC2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861" y="4890957"/>
            <a:ext cx="246888" cy="122585"/>
          </a:xfrm>
        </p:spPr>
        <p:txBody>
          <a:bodyPr/>
          <a:lstStyle/>
          <a:p>
            <a:fld id="{EF03F2D8-09E8-4F65-B5E4-919B7BA1087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EDB25F-4BAF-C0C6-4F39-5EA5E5A6F1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046" y="84935"/>
            <a:ext cx="933424" cy="33942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3F95ED-DA09-8A58-45B1-9A9C6DEFE2EE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10962"/>
            <a:ext cx="8213726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46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82.xml"/><Relationship Id="rId39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90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81.xml"/><Relationship Id="rId33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4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6.xml"/><Relationship Id="rId29" Type="http://schemas.openxmlformats.org/officeDocument/2006/relationships/slideLayout" Target="../slideLayouts/slideLayout85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80.xml"/><Relationship Id="rId32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93.xml"/><Relationship Id="rId40" Type="http://schemas.openxmlformats.org/officeDocument/2006/relationships/image" Target="../media/image1.svg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4.xml"/><Relationship Id="rId36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75.xml"/><Relationship Id="rId31" Type="http://schemas.openxmlformats.org/officeDocument/2006/relationships/slideLayout" Target="../slideLayouts/slideLayout87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83.xml"/><Relationship Id="rId30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9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110.xml"/><Relationship Id="rId20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9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104.xml"/><Relationship Id="rId19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8.xml"/><Relationship Id="rId22" Type="http://schemas.openxmlformats.org/officeDocument/2006/relationships/slideLayout" Target="../slideLayouts/slideLayout1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292608"/>
            <a:ext cx="7699733" cy="40906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1-line headline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9B281-EFD0-4B30-BBE0-79F083E45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8" y="914400"/>
            <a:ext cx="7871605" cy="36660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ACAFB7-FD1D-E7BB-AF0F-2067B2D0DE48}"/>
              </a:ext>
            </a:extLst>
          </p:cNvPr>
          <p:cNvCxnSpPr>
            <a:cxnSpLocks/>
          </p:cNvCxnSpPr>
          <p:nvPr userDrawn="1"/>
        </p:nvCxnSpPr>
        <p:spPr>
          <a:xfrm>
            <a:off x="457199" y="699391"/>
            <a:ext cx="821944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247C5CE2-C9A7-9816-8B7D-EBFDFC862F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238744" y="91440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34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28" r:id="rId2"/>
    <p:sldLayoutId id="2147483770" r:id="rId3"/>
    <p:sldLayoutId id="2147483792" r:id="rId4"/>
    <p:sldLayoutId id="2147483793" r:id="rId5"/>
    <p:sldLayoutId id="2147483696" r:id="rId6"/>
    <p:sldLayoutId id="2147483774" r:id="rId7"/>
    <p:sldLayoutId id="2147483659" r:id="rId8"/>
    <p:sldLayoutId id="2147483771" r:id="rId9"/>
    <p:sldLayoutId id="2147483810" r:id="rId10"/>
    <p:sldLayoutId id="2147483698" r:id="rId11"/>
    <p:sldLayoutId id="2147483713" r:id="rId12"/>
    <p:sldLayoutId id="2147483727" r:id="rId13"/>
    <p:sldLayoutId id="2147483693" r:id="rId14"/>
    <p:sldLayoutId id="2147483697" r:id="rId15"/>
    <p:sldLayoutId id="2147483706" r:id="rId16"/>
    <p:sldLayoutId id="2147483707" r:id="rId17"/>
    <p:sldLayoutId id="2147483800" r:id="rId18"/>
    <p:sldLayoutId id="2147483654" r:id="rId19"/>
    <p:sldLayoutId id="2147483652" r:id="rId20"/>
    <p:sldLayoutId id="2147483658" r:id="rId21"/>
    <p:sldLayoutId id="2147483663" r:id="rId22"/>
    <p:sldLayoutId id="2147483664" r:id="rId23"/>
    <p:sldLayoutId id="2147483651" r:id="rId24"/>
    <p:sldLayoutId id="2147483791" r:id="rId25"/>
    <p:sldLayoutId id="2147483666" r:id="rId26"/>
    <p:sldLayoutId id="2147483794" r:id="rId27"/>
    <p:sldLayoutId id="2147483795" r:id="rId28"/>
    <p:sldLayoutId id="2147483796" r:id="rId29"/>
    <p:sldLayoutId id="2147483797" r:id="rId30"/>
    <p:sldLayoutId id="2147483798" r:id="rId31"/>
    <p:sldLayoutId id="2147483799" r:id="rId32"/>
    <p:sldLayoutId id="2147483694" r:id="rId33"/>
    <p:sldLayoutId id="2147483724" r:id="rId34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600" b="0" kern="1200" spc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00"/>
        </a:spcBef>
        <a:spcAft>
          <a:spcPts val="1200"/>
        </a:spcAft>
        <a:buFont typeface="Arial" panose="020B0604020202020204" pitchFamily="34" charset="0"/>
        <a:buNone/>
        <a:defRPr sz="2000" b="1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SzPct val="100000"/>
        <a:buFont typeface="Wingdings" pitchFamily="2" charset="2"/>
        <a:buChar char="§"/>
        <a:tabLst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519113" indent="-176213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9650" indent="-149225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01750" indent="-158750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38300" indent="-149225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Wingdings" pitchFamily="2" charset="2"/>
        <a:buChar char="§"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42" userDrawn="1">
          <p15:clr>
            <a:srgbClr val="F26B43"/>
          </p15:clr>
        </p15:guide>
        <p15:guide id="2" pos="5472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orient="horz" pos="732" userDrawn="1">
          <p15:clr>
            <a:srgbClr val="F26B43"/>
          </p15:clr>
        </p15:guide>
        <p15:guide id="6" orient="horz" pos="34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292608"/>
            <a:ext cx="7711845" cy="719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2-line headline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A88E5E2-C058-368D-B13C-CDA00642E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8" y="1261872"/>
            <a:ext cx="8229600" cy="33558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en-US" dirty="0"/>
              <a:t>Subhead goes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775162-C642-47AF-0B8C-FB9B5119391B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10962"/>
            <a:ext cx="8213726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CE470401-9367-FBD9-7FBF-82C4C68664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38744" y="91440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7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1" r:id="rId3"/>
    <p:sldLayoutId id="2147483812" r:id="rId4"/>
    <p:sldLayoutId id="2147483801" r:id="rId5"/>
    <p:sldLayoutId id="2147483731" r:id="rId6"/>
    <p:sldLayoutId id="2147483802" r:id="rId7"/>
    <p:sldLayoutId id="2147483803" r:id="rId8"/>
    <p:sldLayoutId id="2147483807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600" b="0" kern="1200" spc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00"/>
        </a:spcBef>
        <a:spcAft>
          <a:spcPts val="1200"/>
        </a:spcAft>
        <a:buFont typeface="Arial" panose="020B0604020202020204" pitchFamily="34" charset="0"/>
        <a:buNone/>
        <a:defRPr sz="2000" b="1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SzPct val="100000"/>
        <a:buFont typeface="Wingdings" pitchFamily="2" charset="2"/>
        <a:buChar char="§"/>
        <a:tabLst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519113" indent="-176213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009650" indent="-147638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282700" indent="-139700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660525" indent="-119063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Wingdings" pitchFamily="2" charset="2"/>
        <a:buChar char="§"/>
        <a:tabLst/>
        <a:defRPr sz="11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8" userDrawn="1">
          <p15:clr>
            <a:srgbClr val="F26B43"/>
          </p15:clr>
        </p15:guide>
        <p15:guide id="2" pos="5472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orient="horz" pos="9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292608"/>
            <a:ext cx="7699733" cy="40906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1-line headline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9B281-EFD0-4B30-BBE0-79F083E45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8" y="914400"/>
            <a:ext cx="7871605" cy="36660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ACAFB7-FD1D-E7BB-AF0F-2067B2D0DE48}"/>
              </a:ext>
            </a:extLst>
          </p:cNvPr>
          <p:cNvCxnSpPr>
            <a:cxnSpLocks/>
          </p:cNvCxnSpPr>
          <p:nvPr userDrawn="1"/>
        </p:nvCxnSpPr>
        <p:spPr>
          <a:xfrm>
            <a:off x="457199" y="699391"/>
            <a:ext cx="8219441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247C5CE2-C9A7-9816-8B7D-EBFDFC862F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238744" y="91440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2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  <p:sldLayoutId id="2147483832" r:id="rId19"/>
    <p:sldLayoutId id="2147483833" r:id="rId20"/>
    <p:sldLayoutId id="2147483834" r:id="rId21"/>
    <p:sldLayoutId id="2147483835" r:id="rId22"/>
    <p:sldLayoutId id="2147483836" r:id="rId23"/>
    <p:sldLayoutId id="2147483837" r:id="rId24"/>
    <p:sldLayoutId id="2147483838" r:id="rId25"/>
    <p:sldLayoutId id="2147483839" r:id="rId26"/>
    <p:sldLayoutId id="2147483840" r:id="rId27"/>
    <p:sldLayoutId id="2147483841" r:id="rId28"/>
    <p:sldLayoutId id="2147483842" r:id="rId29"/>
    <p:sldLayoutId id="2147483843" r:id="rId30"/>
    <p:sldLayoutId id="2147483844" r:id="rId31"/>
    <p:sldLayoutId id="2147483845" r:id="rId32"/>
    <p:sldLayoutId id="2147483846" r:id="rId33"/>
    <p:sldLayoutId id="2147483847" r:id="rId34"/>
    <p:sldLayoutId id="2147483848" r:id="rId35"/>
    <p:sldLayoutId id="2147483849" r:id="rId36"/>
    <p:sldLayoutId id="2147483857" r:id="rId37"/>
    <p:sldLayoutId id="2147483858" r:id="rId38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600" b="0" kern="1200" spc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00"/>
        </a:spcBef>
        <a:spcAft>
          <a:spcPts val="1200"/>
        </a:spcAft>
        <a:buFont typeface="Arial" panose="020B0604020202020204" pitchFamily="34" charset="0"/>
        <a:buNone/>
        <a:defRPr sz="2000" b="1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SzPct val="100000"/>
        <a:buFont typeface="Wingdings" pitchFamily="2" charset="2"/>
        <a:buChar char="§"/>
        <a:tabLst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519113" indent="-176213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9650" indent="-149225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01750" indent="-158750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38300" indent="-149225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Wingdings" pitchFamily="2" charset="2"/>
        <a:buChar char="§"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42">
          <p15:clr>
            <a:srgbClr val="F26B43"/>
          </p15:clr>
        </p15:guide>
        <p15:guide id="2" pos="5472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732">
          <p15:clr>
            <a:srgbClr val="F26B43"/>
          </p15:clr>
        </p15:guide>
        <p15:guide id="6" orient="horz" pos="3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292608"/>
            <a:ext cx="7711845" cy="719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2-line headline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0861" y="4890957"/>
            <a:ext cx="246888" cy="1225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EF03F2D8-09E8-4F65-B5E4-919B7BA108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A88E5E2-C058-368D-B13C-CDA00642E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8" y="1261872"/>
            <a:ext cx="8229600" cy="33558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en-US" dirty="0"/>
              <a:t>Subhead goes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775162-C642-47AF-0B8C-FB9B5119391B}"/>
              </a:ext>
            </a:extLst>
          </p:cNvPr>
          <p:cNvCxnSpPr>
            <a:cxnSpLocks/>
          </p:cNvCxnSpPr>
          <p:nvPr userDrawn="1"/>
        </p:nvCxnSpPr>
        <p:spPr>
          <a:xfrm>
            <a:off x="457199" y="1010962"/>
            <a:ext cx="8213726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CE470401-9367-FBD9-7FBF-82C4C68664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38744" y="91440"/>
            <a:ext cx="933424" cy="3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4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  <p:sldLayoutId id="2147483880" r:id="rId19"/>
    <p:sldLayoutId id="2147483881" r:id="rId20"/>
    <p:sldLayoutId id="2147483882" r:id="rId21"/>
    <p:sldLayoutId id="2147483883" r:id="rId22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600" b="0" kern="1200" spc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00"/>
        </a:spcBef>
        <a:spcAft>
          <a:spcPts val="1200"/>
        </a:spcAft>
        <a:buFont typeface="Arial" panose="020B0604020202020204" pitchFamily="34" charset="0"/>
        <a:buNone/>
        <a:defRPr sz="2000" b="1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SzPct val="100000"/>
        <a:buFont typeface="Wingdings" pitchFamily="2" charset="2"/>
        <a:buChar char="§"/>
        <a:tabLst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519113" indent="-176213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009650" indent="-147638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282700" indent="-139700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Wingdings" pitchFamily="2" charset="2"/>
        <a:buChar char="§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660525" indent="-119063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Wingdings" pitchFamily="2" charset="2"/>
        <a:buChar char="§"/>
        <a:tabLst/>
        <a:defRPr sz="11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8">
          <p15:clr>
            <a:srgbClr val="F26B43"/>
          </p15:clr>
        </p15:guide>
        <p15:guide id="2" pos="5472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9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63E857E-039D-1FC4-0BA6-A58788D9667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C67AA-6711-17E9-950E-B94A7BAA98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57AB0A-582F-071D-3795-EBEF1237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0660B8-6AAB-06B4-AE2C-C122061DC0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DCAE61-6F41-4A58-37C5-F15FA0356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03F2D8-09E8-4F65-B5E4-919B7BA1087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F04AD8-97EA-2E30-0ED2-3F3100DFEA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4410651"/>
            <a:ext cx="9144000" cy="4389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D08C6B-FD2F-7792-7210-CD05FB61A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01179"/>
      </p:ext>
    </p:extLst>
  </p:cSld>
  <p:clrMapOvr>
    <a:masterClrMapping/>
  </p:clrMapOvr>
</p:sld>
</file>

<file path=ppt/theme/theme1.xml><?xml version="1.0" encoding="utf-8"?>
<a:theme xmlns:a="http://schemas.openxmlformats.org/drawingml/2006/main" name="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rtlCol="0" anchor="ctr" anchorCtr="0">
        <a:noAutofit/>
      </a:bodyPr>
      <a:lstStyle>
        <a:defPPr>
          <a:defRPr sz="1600" dirty="0" err="1">
            <a:solidFill>
              <a:schemeClr val="bg1"/>
            </a:solidFill>
          </a:defRPr>
        </a:defPPr>
      </a:lstStyle>
    </a:spDef>
    <a:lnDef>
      <a:spPr>
        <a:ln w="6350">
          <a:solidFill>
            <a:schemeClr val="tx1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 marL="171450" indent="-171450" algn="l">
          <a:buClr>
            <a:schemeClr val="accent1"/>
          </a:buClr>
          <a:buFont typeface="Wingdings" panose="05000000000000000000" pitchFamily="2" charset="2"/>
          <a:buChar char="§"/>
          <a:defRPr sz="16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2E391BC1-664E-4FB8-94DD-7D5C90AC9DBA}" vid="{7DBD1CC9-4454-4EFE-BD8B-E8425030674E}"/>
    </a:ext>
  </a:extLst>
</a:theme>
</file>

<file path=ppt/theme/theme2.xml><?xml version="1.0" encoding="utf-8"?>
<a:theme xmlns:a="http://schemas.openxmlformats.org/drawingml/2006/main" name="Avnet Templates - 2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rtlCol="0" anchor="ctr" anchorCtr="0">
        <a:noAutofit/>
      </a:bodyPr>
      <a:lstStyle>
        <a:defPPr>
          <a:defRPr sz="1600" dirty="0" err="1">
            <a:solidFill>
              <a:schemeClr val="bg1"/>
            </a:solidFill>
          </a:defRPr>
        </a:defPPr>
      </a:lstStyle>
    </a:spDef>
    <a:lnDef>
      <a:spPr>
        <a:ln w="6350">
          <a:solidFill>
            <a:schemeClr val="tx1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rtlCol="0">
        <a:spAutoFit/>
      </a:bodyPr>
      <a:lstStyle>
        <a:defPPr algn="l">
          <a:defRPr sz="16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2E391BC1-664E-4FB8-94DD-7D5C90AC9DBA}" vid="{7DBD1CC9-4454-4EFE-BD8B-E8425030674E}"/>
    </a:ext>
  </a:extLst>
</a:theme>
</file>

<file path=ppt/theme/theme3.xml><?xml version="1.0" encoding="utf-8"?>
<a:theme xmlns:a="http://schemas.openxmlformats.org/drawingml/2006/main" name="1_Avnet Templates - 1 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rtlCol="0" anchor="ctr" anchorCtr="0">
        <a:noAutofit/>
      </a:bodyPr>
      <a:lstStyle>
        <a:defPPr>
          <a:defRPr sz="1600" dirty="0" err="1">
            <a:solidFill>
              <a:schemeClr val="bg1"/>
            </a:solidFill>
          </a:defRPr>
        </a:defPPr>
      </a:lstStyle>
    </a:spDef>
    <a:lnDef>
      <a:spPr>
        <a:ln w="6350">
          <a:solidFill>
            <a:schemeClr val="tx1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rtlCol="0">
        <a:spAutoFit/>
      </a:bodyPr>
      <a:lstStyle>
        <a:defPPr algn="l">
          <a:defRPr sz="16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2E391BC1-664E-4FB8-94DD-7D5C90AC9DBA}" vid="{7DBD1CC9-4454-4EFE-BD8B-E8425030674E}"/>
    </a:ext>
  </a:extLst>
</a:theme>
</file>

<file path=ppt/theme/theme4.xml><?xml version="1.0" encoding="utf-8"?>
<a:theme xmlns:a="http://schemas.openxmlformats.org/drawingml/2006/main" name="1_Avnet Templates - 2 Lline">
  <a:themeElements>
    <a:clrScheme name="Avnet Colors (2021)">
      <a:dk1>
        <a:srgbClr val="000000"/>
      </a:dk1>
      <a:lt1>
        <a:srgbClr val="FFFFFF"/>
      </a:lt1>
      <a:dk2>
        <a:srgbClr val="368748"/>
      </a:dk2>
      <a:lt2>
        <a:srgbClr val="4273B8"/>
      </a:lt2>
      <a:accent1>
        <a:srgbClr val="41C363"/>
      </a:accent1>
      <a:accent2>
        <a:srgbClr val="7DCEF1"/>
      </a:accent2>
      <a:accent3>
        <a:srgbClr val="FDB813"/>
      </a:accent3>
      <a:accent4>
        <a:srgbClr val="D2D2D2"/>
      </a:accent4>
      <a:accent5>
        <a:srgbClr val="919191"/>
      </a:accent5>
      <a:accent6>
        <a:srgbClr val="5F6369"/>
      </a:accent6>
      <a:hlink>
        <a:srgbClr val="41C363"/>
      </a:hlink>
      <a:folHlink>
        <a:srgbClr val="41C3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rtlCol="0" anchor="ctr" anchorCtr="0">
        <a:noAutofit/>
      </a:bodyPr>
      <a:lstStyle>
        <a:defPPr>
          <a:defRPr sz="1600" dirty="0" err="1">
            <a:solidFill>
              <a:schemeClr val="bg1"/>
            </a:solidFill>
          </a:defRPr>
        </a:defPPr>
      </a:lstStyle>
    </a:spDef>
    <a:lnDef>
      <a:spPr>
        <a:ln w="6350">
          <a:solidFill>
            <a:schemeClr val="tx1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rtlCol="0">
        <a:spAutoFit/>
      </a:bodyPr>
      <a:lstStyle>
        <a:defPPr algn="l">
          <a:defRPr sz="16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2E391BC1-664E-4FB8-94DD-7D5C90AC9DBA}" vid="{7DBD1CC9-4454-4EFE-BD8B-E8425030674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255d2f-d1e9-4d3b-b164-136d7ec90006" xsi:nil="true"/>
    <lcf76f155ced4ddcb4097134ff3c332f xmlns="9e7f6c11-5f0b-401a-b0a8-7c960500610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10D9AD047C1342A43462D5780D3C5E" ma:contentTypeVersion="16" ma:contentTypeDescription="Create a new document." ma:contentTypeScope="" ma:versionID="7b7895f3bc512bda363c9666f5cad204">
  <xsd:schema xmlns:xsd="http://www.w3.org/2001/XMLSchema" xmlns:xs="http://www.w3.org/2001/XMLSchema" xmlns:p="http://schemas.microsoft.com/office/2006/metadata/properties" xmlns:ns2="9e7f6c11-5f0b-401a-b0a8-7c960500610f" xmlns:ns3="20255d2f-d1e9-4d3b-b164-136d7ec90006" targetNamespace="http://schemas.microsoft.com/office/2006/metadata/properties" ma:root="true" ma:fieldsID="45a43f4370b7b83a57c438dd48ee1ca7" ns2:_="" ns3:_="">
    <xsd:import namespace="9e7f6c11-5f0b-401a-b0a8-7c960500610f"/>
    <xsd:import namespace="20255d2f-d1e9-4d3b-b164-136d7ec900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7f6c11-5f0b-401a-b0a8-7c96050061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21cb7c2-d0c3-4791-a04d-1085bfea97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255d2f-d1e9-4d3b-b164-136d7ec9000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8d4502d-dbe6-470a-8697-1e32129ad889}" ma:internalName="TaxCatchAll" ma:showField="CatchAllData" ma:web="20255d2f-d1e9-4d3b-b164-136d7ec900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26007F-6C86-4E66-B585-2E18E7BE61AE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dcmitype/"/>
    <ds:schemaRef ds:uri="http://schemas.microsoft.com/office/2006/metadata/properties"/>
    <ds:schemaRef ds:uri="9e7f6c11-5f0b-401a-b0a8-7c960500610f"/>
    <ds:schemaRef ds:uri="http://purl.org/dc/elements/1.1/"/>
    <ds:schemaRef ds:uri="http://schemas.microsoft.com/office/2006/documentManagement/types"/>
    <ds:schemaRef ds:uri="20255d2f-d1e9-4d3b-b164-136d7ec9000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B83E00E-2D45-4A13-90C0-7413DD5EC4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7f6c11-5f0b-401a-b0a8-7c960500610f"/>
    <ds:schemaRef ds:uri="20255d2f-d1e9-4d3b-b164-136d7ec900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FDA372-888D-455B-90EA-715794E71B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22954</TotalTime>
  <Words>1</Words>
  <Application>Microsoft Office PowerPoint</Application>
  <PresentationFormat>On-screen Show (16:9)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Arial Narrow</vt:lpstr>
      <vt:lpstr>Calibri</vt:lpstr>
      <vt:lpstr>Wingdings</vt:lpstr>
      <vt:lpstr>Avnet Templates - 1 Line</vt:lpstr>
      <vt:lpstr>Avnet Templates - 2 Line</vt:lpstr>
      <vt:lpstr>1_Avnet Templates - 1 Line</vt:lpstr>
      <vt:lpstr>1_Avnet Templates - 2 Lline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Avnet Powerpoint Template Sample slides</dc:title>
  <dc:creator>Lowell, Kenneth</dc:creator>
  <cp:lastModifiedBy>Hagues, Zachary</cp:lastModifiedBy>
  <cp:revision>490</cp:revision>
  <cp:lastPrinted>2021-10-21T16:23:04Z</cp:lastPrinted>
  <dcterms:created xsi:type="dcterms:W3CDTF">2021-01-12T16:10:17Z</dcterms:created>
  <dcterms:modified xsi:type="dcterms:W3CDTF">2026-10-26T17:16:56Z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0x010100DE10D9AD047C1342A43462D5780D3C5E</vt:lpwstr>
  </property>
  <property fmtid="{D5CDD505-2E9C-101B-9397-08002B2CF9AE}" pid="3" name="MediaServiceImageTags">
    <vt:lpwstr/>
  </property>
</Properties>
</file>